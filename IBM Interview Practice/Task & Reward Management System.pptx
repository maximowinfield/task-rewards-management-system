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ED2E1E71.xml" ContentType="application/vnd.ms-powerpoint.comments+xml"/>
  <Override PartName="/ppt/comments/modernComment_102_8C19409B.xml" ContentType="application/vnd.ms-powerpoint.comments+xml"/>
  <Override PartName="/ppt/comments/modernComment_103_928DC7F8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4_231C9566.xml" ContentType="application/vnd.ms-powerpoint.comments+xml"/>
  <Override PartName="/ppt/comments/modernComment_105_99CF4C9C.xml" ContentType="application/vnd.ms-powerpoint.comments+xml"/>
  <Override PartName="/ppt/comments/modernComment_106_C09E5FBE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07_78A8CC9C.xml" ContentType="application/vnd.ms-powerpoint.comments+xml"/>
  <Override PartName="/ppt/comments/modernComment_108_7BD39539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09_37FBE175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modernComment_10A_68CB6DDD.xml" ContentType="application/vnd.ms-powerpoint.comments+xml"/>
  <Override PartName="/ppt/comments/modernComment_10B_CA07CF12.xml" ContentType="application/vnd.ms-powerpoint.comments+xml"/>
  <Override PartName="/ppt/comments/modernComment_10C_7C17AD68.xml" ContentType="application/vnd.ms-powerpoint.comments+xml"/>
  <Override PartName="/ppt/comments/modernComment_10D_F1F77759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omments/modernComment_10E_D35C2A6.xml" ContentType="application/vnd.ms-powerpoint.comments+xml"/>
  <Override PartName="/ppt/comments/modernComment_10F_CA26949.xml" ContentType="application/vnd.ms-powerpoint.comment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omments/modernComment_110_119849CA.xml" ContentType="application/vnd.ms-powerpoint.comment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omments/modernComment_111_19703E4.xml" ContentType="application/vnd.ms-powerpoint.comments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omments/modernComment_113_65BDB53.xml" ContentType="application/vnd.ms-powerpoint.comments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omments/modernComment_118_1401902.xml" ContentType="application/vnd.ms-powerpoint.comments+xml"/>
  <Override PartName="/ppt/comments/modernComment_119_7DDFF821.xml" ContentType="application/vnd.ms-powerpoint.comments+xml"/>
  <Override PartName="/ppt/comments/modernComment_11A_D1B3A406.xml" ContentType="application/vnd.ms-powerpoint.comments+xml"/>
  <Override PartName="/ppt/comments/modernComment_11B_A32624BE.xml" ContentType="application/vnd.ms-powerpoint.comments+xml"/>
  <Override PartName="/ppt/comments/modernComment_11C_D46CAA12.xml" ContentType="application/vnd.ms-powerpoint.comments+xml"/>
  <Override PartName="/ppt/comments/modernComment_11D_E8199450.xml" ContentType="application/vnd.ms-powerpoint.comments+xml"/>
  <Override PartName="/ppt/comments/modernComment_11E_5D8B69C2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DAFE81-E5A5-4410-9D7E-8006FB01036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Appendix - Code References &amp; Implementation Details" id="{A5E9B4D4-C553-4894-9C18-C52559883B35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16D74B-606D-246E-6519-599D191EEB7B}" name="Winfield, Maximo" initials="WM" userId="S::maximo.winfield@snhu.edu::09f3f85e-d52f-4de8-8582-0ededf29a1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83E28-1C2D-C730-C5BC-25BD14B1FC47}" v="447" dt="2026-01-25T04:33:4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A_68CB6D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E1E59F-C900-429C-8DED-46002831B5C6}" authorId="{A616D74B-606D-246E-6519-599D191EEB7B}" created="2026-01-25T03:40:48.6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58162397" sldId="266"/>
      <ac:spMk id="3" creationId="{881B62D5-4D43-A913-6E31-8001F1A95A24}"/>
    </ac:deMkLst>
    <p188:txBody>
      <a:bodyPr/>
      <a:lstStyle/>
      <a:p>
        <a:r>
          <a:rPr lang="en-US"/>
          <a:t>Speaker Notes: The main page adapts based on role. Even if someone bypassed the UI, the backend would still block invalid actions.</a:t>
        </a:r>
      </a:p>
    </p188:txBody>
  </p188:cm>
</p188:cmLst>
</file>

<file path=ppt/comments/modernComment_10B_CA07CF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7C5DB1-46A1-4EE1-A9A8-C5BFE69B338F}" authorId="{A616D74B-606D-246E-6519-599D191EEB7B}" created="2026-01-25T04:04:54.346">
    <pc:sldMkLst xmlns:pc="http://schemas.microsoft.com/office/powerpoint/2013/main/command">
      <pc:docMk/>
      <pc:sldMk cId="3389509394" sldId="267"/>
    </pc:sldMkLst>
    <p188:txBody>
      <a:bodyPr/>
      <a:lstStyle/>
      <a:p>
        <a:r>
          <a:rPr lang="en-US"/>
          <a:t>Speaker Notes: This slide shows the full lifecycle of a task from creation to completion. Parents create tasks that are explicitly assigned to one of their kids. When a task is completed, the backend is responsible for validating ownership, marking the task complete, awarding points, and recording the transaction. The frontend only triggers the action; the backend enforces the rules.
Code Reference - Program.cs
// PUT /api/tasks/{id}/complete
Why this code exists: This ensures that points are only awarded once, ownership is enforced server-side, and every completion is recorded in the ledger for history and auditing.</a:t>
        </a:r>
      </a:p>
    </p188:txBody>
  </p188:cm>
</p188:cmLst>
</file>

<file path=ppt/comments/modernComment_10C_7C17AD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7FD351-7292-4FF7-AEEA-2442DF81217B}" authorId="{A616D74B-606D-246E-6519-599D191EEB7B}" created="2026-01-25T04:05:12.862">
    <pc:sldMkLst xmlns:pc="http://schemas.microsoft.com/office/powerpoint/2013/main/command">
      <pc:docMk/>
      <pc:sldMk cId="2081926504" sldId="268"/>
    </pc:sldMkLst>
    <p188:txBody>
      <a:bodyPr/>
      <a:lstStyle/>
      <a:p>
        <a:r>
          <a:rPr lang="en-US"/>
          <a:t>Speaker Notes: Rewards redemption is fully validated on the server. The backend checks the kid’s current points balance, prevents redemption if points are insufficient, deducts points, creates a redemption record, and logs the transaction. The frontend never performs point math or trust-based checks.</a:t>
        </a:r>
      </a:p>
    </p188:txBody>
  </p188:cm>
  <p188:cm id="{8054801C-5FEA-408A-B724-96FC76CD5467}" authorId="{A616D74B-606D-246E-6519-599D191EEB7B}" created="2026-01-25T04:05:58.362">
    <pc:sldMkLst xmlns:pc="http://schemas.microsoft.com/office/powerpoint/2013/main/command">
      <pc:docMk/>
      <pc:sldMk cId="2081926504" sldId="268"/>
    </pc:sldMkLst>
    <p188:txBody>
      <a:bodyPr/>
      <a:lstStyle/>
      <a:p>
        <a:r>
          <a:rPr lang="en-US"/>
          <a:t>Code Reference – Reward Redemption (Program.cs):
if (kid.PointsBalance &lt; reward.Cost)
Why this code exists: This guarantees that rewards cannot be redeemed without sufficient points and that point deductions and history tracking stay consistent.</a:t>
        </a:r>
      </a:p>
    </p188:txBody>
  </p188:cm>
</p188:cmLst>
</file>

<file path=ppt/comments/modernComment_10D_F1F777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88CF08-433C-4D0E-A68C-235AE64D0962}" authorId="{A616D74B-606D-246E-6519-599D191EEB7B}" created="2026-01-25T04:06:32.378">
    <pc:sldMkLst xmlns:pc="http://schemas.microsoft.com/office/powerpoint/2013/main/command">
      <pc:docMk/>
      <pc:sldMk cId="4059527001" sldId="269"/>
    </pc:sldMkLst>
    <p188:txBody>
      <a:bodyPr/>
      <a:lstStyle/>
      <a:p>
        <a:r>
          <a:rPr lang="en-US"/>
          <a:t>Speaker Notes: This system uses a ledger pattern. The current balance is stored directly on the kid profile for fast reads, while every earn or spend event is stored in a transaction table. This allows the app to show history, debug issues, and audit behavior without recalculating balances.</a:t>
        </a:r>
      </a:p>
    </p188:txBody>
  </p188:cm>
  <p188:cm id="{DE29DFFE-3292-4D43-AFD4-DC39FC85B4BF}" authorId="{A616D74B-606D-246E-6519-599D191EEB7B}" created="2026-01-25T04:07:49.035">
    <pc:sldMkLst xmlns:pc="http://schemas.microsoft.com/office/powerpoint/2013/main/command">
      <pc:docMk/>
      <pc:sldMk cId="4059527001" sldId="269"/>
    </pc:sldMkLst>
    <p188:txBody>
      <a:bodyPr/>
      <a:lstStyle/>
      <a:p>
        <a:r>
          <a:rPr lang="en-US"/>
          <a:t>Code Reference – Ledger Mapping (AppDbContext.cs):
modelBuilder.Entity&lt;PointTransaction&gt;(entity =&gt;</a:t>
        </a:r>
      </a:p>
    </p188:txBody>
  </p188:cm>
</p188:cmLst>
</file>

<file path=ppt/comments/modernComment_10E_D35C2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80DF0B-FE23-4B53-A280-00E730D166B2}" authorId="{A616D74B-606D-246E-6519-599D191EEB7B}" created="2026-01-25T03:57:38.4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627046" sldId="270"/>
      <ac:spMk id="3" creationId="{E677D3FC-267E-5807-743A-6CBFA10289F9}"/>
    </ac:deMkLst>
    <p188:txBody>
      <a:bodyPr/>
      <a:lstStyle/>
      <a:p>
        <a:r>
          <a:rPr lang="en-US"/>
          <a:t>Speaker Notes: EF Core handles relationships and ensures consistency. The same code works with different databases.</a:t>
        </a:r>
      </a:p>
    </p188:txBody>
  </p188:cm>
</p188:cmLst>
</file>

<file path=ppt/comments/modernComment_10F_CA269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8F75FB-C88D-464D-8949-6172A3E2B2C9}" authorId="{A616D74B-606D-246E-6519-599D191EEB7B}" created="2026-01-25T04:08:27.81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1970377" sldId="271"/>
      <ac:spMk id="3" creationId="{2F1922F6-CE39-E6E9-CE9B-175416E6315C}"/>
    </ac:deMkLst>
    <p188:txBody>
      <a:bodyPr/>
      <a:lstStyle/>
      <a:p>
        <a:r>
          <a:rPr lang="en-US"/>
          <a:t>Speaker Notes: Even if the frontend is manipulated, the backend rejects unauthorized actions.</a:t>
        </a:r>
      </a:p>
    </p188:txBody>
  </p188:cm>
</p188:cmLst>
</file>

<file path=ppt/comments/modernComment_11A_D1B3A4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407E25-3844-49BA-8096-F877AD677974}" authorId="{A616D74B-606D-246E-6519-599D191EEB7B}" created="2026-01-25T04:29:13.811">
    <pc:sldMkLst xmlns:pc="http://schemas.microsoft.com/office/powerpoint/2013/main/command">
      <pc:docMk/>
      <pc:sldMk cId="3518211078" sldId="282"/>
    </pc:sldMkLst>
    <p188:txBody>
      <a:bodyPr/>
      <a:lstStyle/>
      <a:p>
        <a:r>
          <a:rPr lang="en-US"/>
          <a:t>What this proves
1. UI is decoupled from HTTP logic
2. Token handling is centralized and consistent
3. Components never manually attach auth headers</a:t>
        </a:r>
      </a:p>
    </p188:txBody>
  </p188:cm>
</p188:cmLst>
</file>

<file path=ppt/comments/modernComment_11B_A32624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A6982A-B770-451B-97FD-12439FC97A92}" authorId="{A616D74B-606D-246E-6519-599D191EEB7B}" created="2026-01-25T04:29:32.921">
    <pc:sldMkLst xmlns:pc="http://schemas.microsoft.com/office/powerpoint/2013/main/command">
      <pc:docMk/>
      <pc:sldMk cId="2737185982" sldId="283"/>
    </pc:sldMkLst>
    <p188:txBody>
      <a:bodyPr/>
      <a:lstStyle/>
      <a:p>
        <a:r>
          <a:rPr lang="en-US"/>
          <a:t>What this proves
1. activeRole controls security
2. uiMode controls presentation
3. Prevents dangerous bugs like Parent UI using Kid JWT</a:t>
        </a:r>
      </a:p>
    </p188:txBody>
  </p188:cm>
</p188:cmLst>
</file>

<file path=ppt/comments/modernComment_11C_D46CAA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D769D7-72A7-47A9-BDA4-D56909DAF2A3}" authorId="{A616D74B-606D-246E-6519-599D191EEB7B}" created="2026-01-25T04:30:37.9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63891218" sldId="284"/>
      <ac:spMk id="3" creationId="{CAADE245-2226-3CFB-BFEE-D34020632D51}"/>
    </ac:deMkLst>
    <p188:txBody>
      <a:bodyPr/>
      <a:lstStyle/>
      <a:p>
        <a:r>
          <a:rPr lang="en-US"/>
          <a:t>What this proves
1. Idempotent task completion
2. Server-side validation
3. Balance updates and ledger writes happen together</a:t>
        </a:r>
      </a:p>
    </p188:txBody>
  </p188:cm>
</p188:cmLst>
</file>

<file path=ppt/comments/modernComment_11D_E81994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CB8AD2-0ECA-4C99-8CCB-DAB8EC9C1C1C}" authorId="{A616D74B-606D-246E-6519-599D191EEB7B}" created="2026-01-25T04:31:20.5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93990480" sldId="285"/>
      <ac:spMk id="3" creationId="{FEAA4AB1-4F89-D012-4C88-E1524FCAE449}"/>
    </ac:deMkLst>
    <p188:txBody>
      <a:bodyPr/>
      <a:lstStyle/>
      <a:p>
        <a:r>
          <a:rPr lang="en-US"/>
          <a:t>What this proves
1. Ledger pattern with audit trail
2. Balance optimized for reads, history optimized for queries
3. Referential integrity with safe delete behavior</a:t>
        </a:r>
      </a:p>
    </p188:txBody>
  </p188:cm>
</p188:cmLst>
</file>

<file path=ppt/comments/modernComment_11E_5D8B69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1BD570-1CB0-4BB6-856F-8EC6D048569A}" authorId="{A616D74B-606D-246E-6519-599D191EEB7B}" created="2026-01-25T04:32:36.2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9417666" sldId="286"/>
      <ac:spMk id="3" creationId="{AB85D9A3-DD48-F33D-5DAD-1B95DD3C0569}"/>
    </ac:deMkLst>
    <p188:txBody>
      <a:bodyPr/>
      <a:lstStyle/>
      <a:p>
        <a:r>
          <a:rPr lang="en-US"/>
          <a:t>What this proves
1. Stateless backend scales horizontally
2. API design supports pagination and filtering
3. No architectural refactor needed for growth</a:t>
        </a:r>
      </a:p>
    </p188:txBody>
  </p188:cm>
</p188:cmLst>
</file>

<file path=ppt/comments/modernComment_101_ED2E1E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168443-49DC-48B9-A7ED-47E31151E477}" authorId="{A616D74B-606D-246E-6519-599D191EEB7B}" created="2026-01-25T03:29:07.7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9222641" sldId="257"/>
      <ac:spMk id="3" creationId="{64077D75-F618-A490-00B9-AECBEEA6B086}"/>
    </ac:deMkLst>
    <p188:txBody>
      <a:bodyPr/>
      <a:lstStyle/>
      <a:p>
        <a:r>
          <a:rPr lang="en-US"/>
          <a:t>Speaker Notes: The key challenge was designing a system where parents and kids have very different permissions, while keeping the experience simple and trustworthy.</a:t>
        </a:r>
      </a:p>
    </p188:txBody>
  </p188:cm>
</p188:cmLst>
</file>

<file path=ppt/comments/modernComment_102_8C1940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DE9F35-0022-4D4B-8D3C-25825D5BBFEB}" authorId="{A616D74B-606D-246E-6519-599D191EEB7B}" created="2026-01-25T03:30:54.9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50465179" sldId="258"/>
      <ac:spMk id="3" creationId="{EADB8AED-BE47-65A4-F5A9-AC80ED5ECD59}"/>
    </ac:deMkLst>
    <p188:txBody>
      <a:bodyPr/>
      <a:lstStyle/>
      <a:p>
        <a:r>
          <a:rPr lang="en-US"/>
          <a:t>Speaker Notes: The solution separates roles clearly. Parents manage structure, kids interact through earned progress, and the backend enforces permissions.</a:t>
        </a:r>
      </a:p>
    </p188:txBody>
  </p188:cm>
</p188:cmLst>
</file>

<file path=ppt/comments/modernComment_103_928DC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8C1457-8377-4726-B1BE-E8FD2A1D4875}" authorId="{A616D74B-606D-246E-6519-599D191EEB7B}" created="2026-01-25T03:31:39.2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58765304" sldId="259"/>
      <ac:spMk id="3" creationId="{7D73F7EE-F684-765B-AD88-122B79BA7250}"/>
    </ac:deMkLst>
    <p188:txBody>
      <a:bodyPr/>
      <a:lstStyle/>
      <a:p>
        <a:r>
          <a:rPr lang="en-US"/>
          <a:t>Speaker Notes: I chose React for component‑based UI, .NET Minimal APIs for a clean backend, EF Core for data access, and JWT for stateless authentication.</a:t>
        </a:r>
      </a:p>
    </p188:txBody>
  </p188:cm>
</p188:cmLst>
</file>

<file path=ppt/comments/modernComment_104_231C95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CBC6B6-528B-4785-86F4-0BC79E0105AD}" authorId="{A616D74B-606D-246E-6519-599D191EEB7B}" created="2026-01-25T03:32:46.4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89075814" sldId="260"/>
      <ac:spMk id="3" creationId="{B92FB0D3-6AF8-93F7-E718-4E6B7E19CEC1}"/>
    </ac:deMkLst>
    <p188:txBody>
      <a:bodyPr/>
      <a:lstStyle/>
      <a:p>
        <a:r>
          <a:rPr lang="en-US"/>
          <a:t>Speaker Notes: The frontend never talks directly to the database. All access goes through authenticated API endpoints.</a:t>
        </a:r>
      </a:p>
    </p188:txBody>
  </p188:cm>
  <p188:cm id="{31F66A57-C3C8-438D-8088-D6D554B7030E}" authorId="{A616D74B-606D-246E-6519-599D191EEB7B}" created="2026-01-25T03:34:08.1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89075814" sldId="260"/>
      <ac:spMk id="3" creationId="{B92FB0D3-6AF8-93F7-E718-4E6B7E19CEC1}"/>
    </ac:deMkLst>
    <p188:txBody>
      <a:bodyPr/>
      <a:lstStyle/>
      <a:p>
        <a:r>
          <a:rPr lang="en-US"/>
          <a:t>My backend follows REST principles by using resource-based URLs, standard HTTP verbs, and stateless requests. Each call includes a JWT for auth, the server enforces ownership and roles, and responses use clear HTTP status codes. That keeps the API predictable, scalable, and easy to secure.</a:t>
        </a:r>
      </a:p>
    </p188:txBody>
  </p188:cm>
</p188:cmLst>
</file>

<file path=ppt/comments/modernComment_105_99CF4C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F1D320-C9C6-4E5B-865F-DECE0AB7CC28}" authorId="{A616D74B-606D-246E-6519-599D191EEB7B}" created="2026-01-25T03:35:00.6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0499612" sldId="261"/>
      <ac:spMk id="3" creationId="{053FAAC5-DB2F-A521-5FAE-8992BD550C73}"/>
    </ac:deMkLst>
    <p188:txBody>
      <a:bodyPr/>
      <a:lstStyle/>
      <a:p>
        <a:r>
          <a:rPr lang="en-US"/>
          <a:t>Speaker Notes: Parents authenticate first. When entering Kid Mode, the backend issues a kid‑scoped token so the system never relies on the UI for identity.</a:t>
        </a:r>
      </a:p>
    </p188:txBody>
  </p188:cm>
  <p188:cm id="{8B09D434-36F5-40FE-AB74-5207E23C260C}" authorId="{A616D74B-606D-246E-6519-599D191EEB7B}" created="2026-01-25T04:03:18.844">
    <pc:sldMkLst xmlns:pc="http://schemas.microsoft.com/office/powerpoint/2013/main/command">
      <pc:docMk/>
      <pc:sldMk cId="2580499612" sldId="261"/>
    </pc:sldMkLst>
    <p188:txBody>
      <a:bodyPr/>
      <a:lstStyle/>
      <a:p>
        <a:r>
          <a:rPr lang="en-US"/>
          <a:t>Speaker Notes: Authentication is wired in Program.cs using JWT bearer middleware. Parent login is handled by /api/parent/login, which validates credentials and issues a Parent JWT. When a parent starts Kid Mode, /api/kid-session generates a Kid-scoped JWT with kidId and parentId claims. Because tokens are stateless, every request can be validated without server session storage.</a:t>
        </a:r>
      </a:p>
    </p188:txBody>
  </p188:cm>
  <p188:cm id="{57920926-B34A-41D7-A787-D719C356FB49}" authorId="{A616D74B-606D-246E-6519-599D191EEB7B}" created="2026-01-25T04:03:34.392">
    <pc:sldMkLst xmlns:pc="http://schemas.microsoft.com/office/powerpoint/2013/main/command">
      <pc:docMk/>
      <pc:sldMk cId="2580499612" sldId="261"/>
    </pc:sldMkLst>
    <p188:txBody>
      <a:bodyPr/>
      <a:lstStyle/>
      <a:p>
        <a:r>
          <a:rPr lang="en-US"/>
          <a:t>Why JWT instead of sessions? JWTs are stateless, scale well, and let the API validate identity and role on every request without storing session data.</a:t>
        </a:r>
      </a:p>
    </p188:txBody>
  </p188:cm>
</p188:cmLst>
</file>

<file path=ppt/comments/modernComment_106_C09E5F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8E639E-C87D-4874-B2AE-9C392A048F22}" authorId="{A616D74B-606D-246E-6519-599D191EEB7B}" created="2026-01-25T03:35:36.5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31604670" sldId="262"/>
      <ac:spMk id="3" creationId="{AF5D9403-955D-62A7-0144-D893E068B76B}"/>
    </ac:deMkLst>
    <p188:txBody>
      <a:bodyPr/>
      <a:lstStyle/>
      <a:p>
        <a:r>
          <a:rPr lang="en-US"/>
          <a:t>Speaker Notes: Auth state lives in a dedicated context. The active role determines which JWT the API uses, while UI mode only controls presentation.</a:t>
        </a:r>
      </a:p>
    </p188:txBody>
  </p188:cm>
</p188:cmLst>
</file>

<file path=ppt/comments/modernComment_107_78A8CC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625495-B826-4488-B776-596AF7EC97D7}" authorId="{A616D74B-606D-246E-6519-599D191EEB7B}" created="2026-01-25T03:36:45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24328348" sldId="263"/>
      <ac:spMk id="3" creationId="{01F6FBC6-C6B6-8E5A-B6E4-C5E347B2FF19}"/>
    </ac:deMkLst>
    <p188:txBody>
      <a:bodyPr/>
      <a:lstStyle/>
      <a:p>
        <a:r>
          <a:rPr lang="en-US"/>
          <a:t>Speaker Notes: Client‑side route guards improve UX, but they are not trusted for security. The backend is always the authority.</a:t>
        </a:r>
      </a:p>
    </p188:txBody>
  </p188:cm>
</p188:cmLst>
</file>

<file path=ppt/comments/modernComment_108_7BD395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DA5E82-A0E5-4B90-807C-9A05A5810E25}" authorId="{A616D74B-606D-246E-6519-599D191EEB7B}" created="2026-01-25T03:37:31.9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77463865" sldId="264"/>
      <ac:spMk id="3" creationId="{FF9F067E-0C42-D3D2-0877-ABE39822D9D7}"/>
    </ac:deMkLst>
    <p188:txBody>
      <a:bodyPr/>
      <a:lstStyle/>
      <a:p>
        <a:r>
          <a:rPr lang="en-US"/>
          <a:t>Speaker Notes: Parents control structure and approval. All parent actions require a Parent JWT.</a:t>
        </a:r>
      </a:p>
    </p188:txBody>
  </p188:cm>
</p188:cmLst>
</file>

<file path=ppt/comments/modernComment_109_37FBE1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9198EF-1FEF-4FA3-8DA1-CEBA6B7B0A82}" authorId="{A616D74B-606D-246E-6519-599D191EEB7B}" created="2026-01-25T03:40:24.163">
    <pc:sldMkLst xmlns:pc="http://schemas.microsoft.com/office/powerpoint/2013/main/command">
      <pc:docMk/>
      <pc:sldMk cId="939254133" sldId="265"/>
    </pc:sldMkLst>
    <p188:txBody>
      <a:bodyPr/>
      <a:lstStyle/>
      <a:p>
        <a:r>
          <a:rPr lang="en-US"/>
          <a:t>Speaker Notes: Kids only see their own data and can never modify system rules.</a:t>
        </a:r>
      </a:p>
    </p188:txBody>
  </p188:cm>
</p188:cmLst>
</file>

<file path=ppt/comments/modernComment_110_119849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33DEAA-6446-4574-805F-C1FCEBCFA8E5}" authorId="{A616D74B-606D-246E-6519-599D191EEB7B}" created="2026-01-25T04:08:53.3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193034" sldId="272"/>
      <ac:spMk id="3" creationId="{1A7CED40-FAD7-A48F-F711-C60F32D06E38}"/>
    </ac:deMkLst>
    <p188:txBody>
      <a:bodyPr/>
      <a:lstStyle/>
      <a:p>
        <a:r>
          <a:rPr lang="en-US"/>
          <a:t>Speaker Notes: This project demonstrates system design, not just CRUD.</a:t>
        </a:r>
      </a:p>
    </p188:txBody>
  </p188:cm>
</p188:cmLst>
</file>

<file path=ppt/comments/modernComment_111_19703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41E348-756C-4A55-9221-73799D3B8935}" authorId="{A616D74B-606D-246E-6519-599D191EEB7B}" created="2026-01-25T04:11:51.9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674148" sldId="273"/>
      <ac:spMk id="3" creationId="{38A0D78A-EC69-4D17-09CC-3773DA10EB43}"/>
    </ac:deMkLst>
    <p188:txBody>
      <a:bodyPr/>
      <a:lstStyle/>
      <a:p>
        <a:r>
          <a:rPr lang="en-US"/>
          <a:t>Speaker Notes: The architecture supports growth without major refactors.</a:t>
        </a:r>
      </a:p>
    </p188:txBody>
  </p188:cm>
</p188:cmLst>
</file>

<file path=ppt/comments/modernComment_113_65BDB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F8C7C6-18EE-4F50-9C9F-A6149D20D951}" authorId="{A616D74B-606D-246E-6519-599D191EEB7B}" created="2026-01-25T04:13:05.6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6683219" sldId="275"/>
      <ac:spMk id="3" creationId="{A17C45EC-75A2-FE81-EE19-DD4AB3097888}"/>
    </ac:deMkLst>
    <p188:txBody>
      <a:bodyPr/>
      <a:lstStyle/>
      <a:p>
        <a:r>
          <a:rPr lang="en-US"/>
          <a:t>Speaker Notes: If I need to change authentication behavior, I start in AuthContext.tsx and api.ts. If a security rule changes, I go straight to Program.cs. This separation makes the system easy to reason about.</a:t>
        </a:r>
      </a:p>
    </p188:txBody>
  </p188:cm>
</p188:cmLst>
</file>

<file path=ppt/comments/modernComment_118_14019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D800AF-B951-4A62-AB97-4BA1EA7E30FE}" authorId="{A616D74B-606D-246E-6519-599D191EEB7B}" created="2026-01-25T04:17:30.5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977922" sldId="280"/>
      <ac:spMk id="3" creationId="{901FDFD9-711B-2D00-A2C0-B169CBEB0174}"/>
    </ac:deMkLst>
    <p188:txBody>
      <a:bodyPr/>
      <a:lstStyle/>
      <a:p>
        <a:r>
          <a:rPr lang="en-US"/>
          <a:t>Speaker Notes: This project reflects how I think about building systems, not just writing code.</a:t>
        </a:r>
      </a:p>
    </p188:txBody>
  </p188:cm>
</p188:cmLst>
</file>

<file path=ppt/comments/modernComment_119_7DDFF8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3005DE-37EC-429F-8A1C-ABD230AB43CC}" authorId="{A616D74B-606D-246E-6519-599D191EEB7B}" created="2026-01-25T04:28:58.686">
    <pc:sldMkLst xmlns:pc="http://schemas.microsoft.com/office/powerpoint/2013/main/command">
      <pc:docMk/>
      <pc:sldMk cId="2111830049" sldId="281"/>
    </pc:sldMkLst>
    <p188:txBody>
      <a:bodyPr/>
      <a:lstStyle/>
      <a:p>
        <a:r>
          <a:rPr lang="en-US"/>
          <a:t>What this proves
1. Authorization is role-based, not UI-based
2. Backend is the source of truth
3. Frontend routing prevents accidental access but does not replace backend security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9.png"/><Relationship Id="rId7" Type="http://schemas.openxmlformats.org/officeDocument/2006/relationships/image" Target="../media/image4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6" Type="http://schemas.openxmlformats.org/officeDocument/2006/relationships/image" Target="../media/image48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9.png"/><Relationship Id="rId7" Type="http://schemas.openxmlformats.org/officeDocument/2006/relationships/image" Target="../media/image4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6" Type="http://schemas.openxmlformats.org/officeDocument/2006/relationships/image" Target="../media/image48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ADAA1E-1176-4E80-8D0C-57C8B8056EB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18FA5DC-399C-4347-ACA2-CC5A5335833F}">
      <dgm:prSet/>
      <dgm:spPr/>
      <dgm:t>
        <a:bodyPr/>
        <a:lstStyle/>
        <a:p>
          <a:pPr>
            <a:defRPr cap="all"/>
          </a:pPr>
          <a:r>
            <a:rPr lang="en-US"/>
            <a:t>Frontend: React + TypeScript</a:t>
          </a:r>
        </a:p>
      </dgm:t>
    </dgm:pt>
    <dgm:pt modelId="{1AA03409-09A8-45EA-92BC-B46D2F72D31E}" type="parTrans" cxnId="{FCA92D93-5537-4215-9A47-30823692EB99}">
      <dgm:prSet/>
      <dgm:spPr/>
      <dgm:t>
        <a:bodyPr/>
        <a:lstStyle/>
        <a:p>
          <a:endParaRPr lang="en-US"/>
        </a:p>
      </dgm:t>
    </dgm:pt>
    <dgm:pt modelId="{F5C3C8E0-33BD-4A3F-821E-DDAD5456CCF2}" type="sibTrans" cxnId="{FCA92D93-5537-4215-9A47-30823692EB99}">
      <dgm:prSet/>
      <dgm:spPr/>
      <dgm:t>
        <a:bodyPr/>
        <a:lstStyle/>
        <a:p>
          <a:endParaRPr lang="en-US"/>
        </a:p>
      </dgm:t>
    </dgm:pt>
    <dgm:pt modelId="{163CFBC8-112B-403B-9BFC-D3CE11EDA459}">
      <dgm:prSet/>
      <dgm:spPr/>
      <dgm:t>
        <a:bodyPr/>
        <a:lstStyle/>
        <a:p>
          <a:pPr>
            <a:defRPr cap="all"/>
          </a:pPr>
          <a:r>
            <a:rPr lang="en-US"/>
            <a:t>Backend: .NET 8 Minimal API</a:t>
          </a:r>
        </a:p>
      </dgm:t>
    </dgm:pt>
    <dgm:pt modelId="{1B2CED07-4917-46F6-B724-B0406556E337}" type="parTrans" cxnId="{EE77A097-82C2-4AE0-BBB6-C24997E453D5}">
      <dgm:prSet/>
      <dgm:spPr/>
      <dgm:t>
        <a:bodyPr/>
        <a:lstStyle/>
        <a:p>
          <a:endParaRPr lang="en-US"/>
        </a:p>
      </dgm:t>
    </dgm:pt>
    <dgm:pt modelId="{EB370876-5B92-4933-AA80-A1E3B23E8A37}" type="sibTrans" cxnId="{EE77A097-82C2-4AE0-BBB6-C24997E453D5}">
      <dgm:prSet/>
      <dgm:spPr/>
      <dgm:t>
        <a:bodyPr/>
        <a:lstStyle/>
        <a:p>
          <a:endParaRPr lang="en-US"/>
        </a:p>
      </dgm:t>
    </dgm:pt>
    <dgm:pt modelId="{957F256D-7FC8-46DD-8F50-CE1C9A88B617}">
      <dgm:prSet/>
      <dgm:spPr/>
      <dgm:t>
        <a:bodyPr/>
        <a:lstStyle/>
        <a:p>
          <a:pPr>
            <a:defRPr cap="all"/>
          </a:pPr>
          <a:r>
            <a:rPr lang="en-US"/>
            <a:t>Database: SQLite (local) / PostgreSQL (production ready)</a:t>
          </a:r>
        </a:p>
      </dgm:t>
    </dgm:pt>
    <dgm:pt modelId="{88ECABED-7A79-4D08-9697-C64A5E23D2E6}" type="parTrans" cxnId="{5B70613F-8B94-495A-8441-6D70ABD447DE}">
      <dgm:prSet/>
      <dgm:spPr/>
      <dgm:t>
        <a:bodyPr/>
        <a:lstStyle/>
        <a:p>
          <a:endParaRPr lang="en-US"/>
        </a:p>
      </dgm:t>
    </dgm:pt>
    <dgm:pt modelId="{60F81D22-633F-4892-AEA7-BF429135CF33}" type="sibTrans" cxnId="{5B70613F-8B94-495A-8441-6D70ABD447DE}">
      <dgm:prSet/>
      <dgm:spPr/>
      <dgm:t>
        <a:bodyPr/>
        <a:lstStyle/>
        <a:p>
          <a:endParaRPr lang="en-US"/>
        </a:p>
      </dgm:t>
    </dgm:pt>
    <dgm:pt modelId="{D2A4F5A5-F490-43FB-AA1C-9E7328C8EF65}">
      <dgm:prSet/>
      <dgm:spPr/>
      <dgm:t>
        <a:bodyPr/>
        <a:lstStyle/>
        <a:p>
          <a:pPr>
            <a:defRPr cap="all"/>
          </a:pPr>
          <a:r>
            <a:rPr lang="en-US"/>
            <a:t>Authentication: JWT (JSON Web Tokens)</a:t>
          </a:r>
        </a:p>
      </dgm:t>
    </dgm:pt>
    <dgm:pt modelId="{0DFC1356-B888-423B-A136-1748998E5158}" type="parTrans" cxnId="{5CAE619F-F49C-43D0-A27D-F210EB8DBED7}">
      <dgm:prSet/>
      <dgm:spPr/>
      <dgm:t>
        <a:bodyPr/>
        <a:lstStyle/>
        <a:p>
          <a:endParaRPr lang="en-US"/>
        </a:p>
      </dgm:t>
    </dgm:pt>
    <dgm:pt modelId="{D349F249-5E14-46AD-9D71-7F4D7859C65F}" type="sibTrans" cxnId="{5CAE619F-F49C-43D0-A27D-F210EB8DBED7}">
      <dgm:prSet/>
      <dgm:spPr/>
      <dgm:t>
        <a:bodyPr/>
        <a:lstStyle/>
        <a:p>
          <a:endParaRPr lang="en-US"/>
        </a:p>
      </dgm:t>
    </dgm:pt>
    <dgm:pt modelId="{A5F8B818-812A-4A28-9436-9EA858E80CAF}" type="pres">
      <dgm:prSet presAssocID="{9AADAA1E-1176-4E80-8D0C-57C8B8056EB9}" presName="root" presStyleCnt="0">
        <dgm:presLayoutVars>
          <dgm:dir/>
          <dgm:resizeHandles val="exact"/>
        </dgm:presLayoutVars>
      </dgm:prSet>
      <dgm:spPr/>
    </dgm:pt>
    <dgm:pt modelId="{FB7C9C17-3B8D-4106-820F-F8EBC337B834}" type="pres">
      <dgm:prSet presAssocID="{718FA5DC-399C-4347-ACA2-CC5A5335833F}" presName="compNode" presStyleCnt="0"/>
      <dgm:spPr/>
    </dgm:pt>
    <dgm:pt modelId="{D3B23022-D45C-4C12-9069-7DA9E9D760EC}" type="pres">
      <dgm:prSet presAssocID="{718FA5DC-399C-4347-ACA2-CC5A5335833F}" presName="iconBgRect" presStyleLbl="bgShp" presStyleIdx="0" presStyleCnt="4"/>
      <dgm:spPr/>
    </dgm:pt>
    <dgm:pt modelId="{F210B233-BAFE-48FF-9F02-B57C7F9B83B8}" type="pres">
      <dgm:prSet presAssocID="{718FA5DC-399C-4347-ACA2-CC5A533583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6747ACD-BE25-4605-B5B0-8A9F0B623BF7}" type="pres">
      <dgm:prSet presAssocID="{718FA5DC-399C-4347-ACA2-CC5A5335833F}" presName="spaceRect" presStyleCnt="0"/>
      <dgm:spPr/>
    </dgm:pt>
    <dgm:pt modelId="{9C51402D-31FA-4F5A-8A2D-6782F1119873}" type="pres">
      <dgm:prSet presAssocID="{718FA5DC-399C-4347-ACA2-CC5A5335833F}" presName="textRect" presStyleLbl="revTx" presStyleIdx="0" presStyleCnt="4">
        <dgm:presLayoutVars>
          <dgm:chMax val="1"/>
          <dgm:chPref val="1"/>
        </dgm:presLayoutVars>
      </dgm:prSet>
      <dgm:spPr/>
    </dgm:pt>
    <dgm:pt modelId="{6550F562-392A-46CD-81C4-7CD129A4E9B1}" type="pres">
      <dgm:prSet presAssocID="{F5C3C8E0-33BD-4A3F-821E-DDAD5456CCF2}" presName="sibTrans" presStyleCnt="0"/>
      <dgm:spPr/>
    </dgm:pt>
    <dgm:pt modelId="{22EC55B0-0EE9-48F5-8E77-C9DBC9DBA4B6}" type="pres">
      <dgm:prSet presAssocID="{163CFBC8-112B-403B-9BFC-D3CE11EDA459}" presName="compNode" presStyleCnt="0"/>
      <dgm:spPr/>
    </dgm:pt>
    <dgm:pt modelId="{480A1880-5B80-4978-A4B4-F2ADE651070E}" type="pres">
      <dgm:prSet presAssocID="{163CFBC8-112B-403B-9BFC-D3CE11EDA459}" presName="iconBgRect" presStyleLbl="bgShp" presStyleIdx="1" presStyleCnt="4"/>
      <dgm:spPr/>
    </dgm:pt>
    <dgm:pt modelId="{B1B9DD7E-292E-462F-8C17-26EBA864E17B}" type="pres">
      <dgm:prSet presAssocID="{163CFBC8-112B-403B-9BFC-D3CE11EDA4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D3119A-2C23-41BC-AB4D-7C2D50E19760}" type="pres">
      <dgm:prSet presAssocID="{163CFBC8-112B-403B-9BFC-D3CE11EDA459}" presName="spaceRect" presStyleCnt="0"/>
      <dgm:spPr/>
    </dgm:pt>
    <dgm:pt modelId="{562A0A3A-9F2F-4E7E-9C60-20F79534009B}" type="pres">
      <dgm:prSet presAssocID="{163CFBC8-112B-403B-9BFC-D3CE11EDA459}" presName="textRect" presStyleLbl="revTx" presStyleIdx="1" presStyleCnt="4">
        <dgm:presLayoutVars>
          <dgm:chMax val="1"/>
          <dgm:chPref val="1"/>
        </dgm:presLayoutVars>
      </dgm:prSet>
      <dgm:spPr/>
    </dgm:pt>
    <dgm:pt modelId="{96AF8465-0AEA-49BC-82F1-BF34C10FF1E0}" type="pres">
      <dgm:prSet presAssocID="{EB370876-5B92-4933-AA80-A1E3B23E8A37}" presName="sibTrans" presStyleCnt="0"/>
      <dgm:spPr/>
    </dgm:pt>
    <dgm:pt modelId="{62297695-C98F-4497-B94B-6195A6BC419C}" type="pres">
      <dgm:prSet presAssocID="{957F256D-7FC8-46DD-8F50-CE1C9A88B617}" presName="compNode" presStyleCnt="0"/>
      <dgm:spPr/>
    </dgm:pt>
    <dgm:pt modelId="{7B83E58C-437B-41FD-9A27-A1CB9DAE3F93}" type="pres">
      <dgm:prSet presAssocID="{957F256D-7FC8-46DD-8F50-CE1C9A88B617}" presName="iconBgRect" presStyleLbl="bgShp" presStyleIdx="2" presStyleCnt="4"/>
      <dgm:spPr/>
    </dgm:pt>
    <dgm:pt modelId="{3FFEC7B2-7608-45C2-9188-621EE02E3B5C}" type="pres">
      <dgm:prSet presAssocID="{957F256D-7FC8-46DD-8F50-CE1C9A88B6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72F3365-7B97-473D-8DCD-F6F865A225CF}" type="pres">
      <dgm:prSet presAssocID="{957F256D-7FC8-46DD-8F50-CE1C9A88B617}" presName="spaceRect" presStyleCnt="0"/>
      <dgm:spPr/>
    </dgm:pt>
    <dgm:pt modelId="{D4E8BB54-645D-4AB6-AD30-0296EDA8729A}" type="pres">
      <dgm:prSet presAssocID="{957F256D-7FC8-46DD-8F50-CE1C9A88B617}" presName="textRect" presStyleLbl="revTx" presStyleIdx="2" presStyleCnt="4">
        <dgm:presLayoutVars>
          <dgm:chMax val="1"/>
          <dgm:chPref val="1"/>
        </dgm:presLayoutVars>
      </dgm:prSet>
      <dgm:spPr/>
    </dgm:pt>
    <dgm:pt modelId="{F73344FC-2FAC-4182-90A8-5B0622E07FE7}" type="pres">
      <dgm:prSet presAssocID="{60F81D22-633F-4892-AEA7-BF429135CF33}" presName="sibTrans" presStyleCnt="0"/>
      <dgm:spPr/>
    </dgm:pt>
    <dgm:pt modelId="{5DDFEF7B-1685-4733-8975-8B20CAB7B81A}" type="pres">
      <dgm:prSet presAssocID="{D2A4F5A5-F490-43FB-AA1C-9E7328C8EF65}" presName="compNode" presStyleCnt="0"/>
      <dgm:spPr/>
    </dgm:pt>
    <dgm:pt modelId="{4242B35F-CD9D-4D52-AF9A-71D968E89056}" type="pres">
      <dgm:prSet presAssocID="{D2A4F5A5-F490-43FB-AA1C-9E7328C8EF65}" presName="iconBgRect" presStyleLbl="bgShp" presStyleIdx="3" presStyleCnt="4"/>
      <dgm:spPr/>
    </dgm:pt>
    <dgm:pt modelId="{4E913678-20A7-417A-B788-626B675BF2F4}" type="pres">
      <dgm:prSet presAssocID="{D2A4F5A5-F490-43FB-AA1C-9E7328C8EF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780F3B2-8891-4397-9DDF-C3360D563F41}" type="pres">
      <dgm:prSet presAssocID="{D2A4F5A5-F490-43FB-AA1C-9E7328C8EF65}" presName="spaceRect" presStyleCnt="0"/>
      <dgm:spPr/>
    </dgm:pt>
    <dgm:pt modelId="{1E190DCF-1760-48FB-B9D3-7D23E8F93418}" type="pres">
      <dgm:prSet presAssocID="{D2A4F5A5-F490-43FB-AA1C-9E7328C8EF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F217807-B865-43ED-8506-F8859605FB22}" type="presOf" srcId="{957F256D-7FC8-46DD-8F50-CE1C9A88B617}" destId="{D4E8BB54-645D-4AB6-AD30-0296EDA8729A}" srcOrd="0" destOrd="0" presId="urn:microsoft.com/office/officeart/2018/5/layout/IconCircleLabelList"/>
    <dgm:cxn modelId="{79E5911F-B332-4BED-B275-2170D7A8F02A}" type="presOf" srcId="{718FA5DC-399C-4347-ACA2-CC5A5335833F}" destId="{9C51402D-31FA-4F5A-8A2D-6782F1119873}" srcOrd="0" destOrd="0" presId="urn:microsoft.com/office/officeart/2018/5/layout/IconCircleLabelList"/>
    <dgm:cxn modelId="{E798F123-7AA9-4274-BB40-A415DBFA69B2}" type="presOf" srcId="{163CFBC8-112B-403B-9BFC-D3CE11EDA459}" destId="{562A0A3A-9F2F-4E7E-9C60-20F79534009B}" srcOrd="0" destOrd="0" presId="urn:microsoft.com/office/officeart/2018/5/layout/IconCircleLabelList"/>
    <dgm:cxn modelId="{5B70613F-8B94-495A-8441-6D70ABD447DE}" srcId="{9AADAA1E-1176-4E80-8D0C-57C8B8056EB9}" destId="{957F256D-7FC8-46DD-8F50-CE1C9A88B617}" srcOrd="2" destOrd="0" parTransId="{88ECABED-7A79-4D08-9697-C64A5E23D2E6}" sibTransId="{60F81D22-633F-4892-AEA7-BF429135CF33}"/>
    <dgm:cxn modelId="{FCA92D93-5537-4215-9A47-30823692EB99}" srcId="{9AADAA1E-1176-4E80-8D0C-57C8B8056EB9}" destId="{718FA5DC-399C-4347-ACA2-CC5A5335833F}" srcOrd="0" destOrd="0" parTransId="{1AA03409-09A8-45EA-92BC-B46D2F72D31E}" sibTransId="{F5C3C8E0-33BD-4A3F-821E-DDAD5456CCF2}"/>
    <dgm:cxn modelId="{EE77A097-82C2-4AE0-BBB6-C24997E453D5}" srcId="{9AADAA1E-1176-4E80-8D0C-57C8B8056EB9}" destId="{163CFBC8-112B-403B-9BFC-D3CE11EDA459}" srcOrd="1" destOrd="0" parTransId="{1B2CED07-4917-46F6-B724-B0406556E337}" sibTransId="{EB370876-5B92-4933-AA80-A1E3B23E8A37}"/>
    <dgm:cxn modelId="{5CAE619F-F49C-43D0-A27D-F210EB8DBED7}" srcId="{9AADAA1E-1176-4E80-8D0C-57C8B8056EB9}" destId="{D2A4F5A5-F490-43FB-AA1C-9E7328C8EF65}" srcOrd="3" destOrd="0" parTransId="{0DFC1356-B888-423B-A136-1748998E5158}" sibTransId="{D349F249-5E14-46AD-9D71-7F4D7859C65F}"/>
    <dgm:cxn modelId="{936A39D2-510B-4387-9C41-26DCC78817AE}" type="presOf" srcId="{D2A4F5A5-F490-43FB-AA1C-9E7328C8EF65}" destId="{1E190DCF-1760-48FB-B9D3-7D23E8F93418}" srcOrd="0" destOrd="0" presId="urn:microsoft.com/office/officeart/2018/5/layout/IconCircleLabelList"/>
    <dgm:cxn modelId="{4C1C78FA-E4BE-4322-8ACF-F9DB8DFFAF82}" type="presOf" srcId="{9AADAA1E-1176-4E80-8D0C-57C8B8056EB9}" destId="{A5F8B818-812A-4A28-9436-9EA858E80CAF}" srcOrd="0" destOrd="0" presId="urn:microsoft.com/office/officeart/2018/5/layout/IconCircleLabelList"/>
    <dgm:cxn modelId="{DF7D3AE5-695E-4981-A4DF-16DD19C16E18}" type="presParOf" srcId="{A5F8B818-812A-4A28-9436-9EA858E80CAF}" destId="{FB7C9C17-3B8D-4106-820F-F8EBC337B834}" srcOrd="0" destOrd="0" presId="urn:microsoft.com/office/officeart/2018/5/layout/IconCircleLabelList"/>
    <dgm:cxn modelId="{65652BFA-5691-4893-8826-711C131C23AF}" type="presParOf" srcId="{FB7C9C17-3B8D-4106-820F-F8EBC337B834}" destId="{D3B23022-D45C-4C12-9069-7DA9E9D760EC}" srcOrd="0" destOrd="0" presId="urn:microsoft.com/office/officeart/2018/5/layout/IconCircleLabelList"/>
    <dgm:cxn modelId="{73DF826F-6C05-4B1A-9CDD-1EF008FFE5FF}" type="presParOf" srcId="{FB7C9C17-3B8D-4106-820F-F8EBC337B834}" destId="{F210B233-BAFE-48FF-9F02-B57C7F9B83B8}" srcOrd="1" destOrd="0" presId="urn:microsoft.com/office/officeart/2018/5/layout/IconCircleLabelList"/>
    <dgm:cxn modelId="{BF39C9C1-C7EB-42AB-A61B-DEB1B8473541}" type="presParOf" srcId="{FB7C9C17-3B8D-4106-820F-F8EBC337B834}" destId="{B6747ACD-BE25-4605-B5B0-8A9F0B623BF7}" srcOrd="2" destOrd="0" presId="urn:microsoft.com/office/officeart/2018/5/layout/IconCircleLabelList"/>
    <dgm:cxn modelId="{BFE29173-A570-4A33-98D7-9E4A285F83D5}" type="presParOf" srcId="{FB7C9C17-3B8D-4106-820F-F8EBC337B834}" destId="{9C51402D-31FA-4F5A-8A2D-6782F1119873}" srcOrd="3" destOrd="0" presId="urn:microsoft.com/office/officeart/2018/5/layout/IconCircleLabelList"/>
    <dgm:cxn modelId="{80218EB3-F2AC-4C6E-9134-7B5E766A765E}" type="presParOf" srcId="{A5F8B818-812A-4A28-9436-9EA858E80CAF}" destId="{6550F562-392A-46CD-81C4-7CD129A4E9B1}" srcOrd="1" destOrd="0" presId="urn:microsoft.com/office/officeart/2018/5/layout/IconCircleLabelList"/>
    <dgm:cxn modelId="{23538A22-85D7-4362-B31D-1EBAC91DC3CB}" type="presParOf" srcId="{A5F8B818-812A-4A28-9436-9EA858E80CAF}" destId="{22EC55B0-0EE9-48F5-8E77-C9DBC9DBA4B6}" srcOrd="2" destOrd="0" presId="urn:microsoft.com/office/officeart/2018/5/layout/IconCircleLabelList"/>
    <dgm:cxn modelId="{719CD71E-CA29-42D8-807A-05CC726BC5B6}" type="presParOf" srcId="{22EC55B0-0EE9-48F5-8E77-C9DBC9DBA4B6}" destId="{480A1880-5B80-4978-A4B4-F2ADE651070E}" srcOrd="0" destOrd="0" presId="urn:microsoft.com/office/officeart/2018/5/layout/IconCircleLabelList"/>
    <dgm:cxn modelId="{E7EDFA1B-B14F-4E33-B6B5-85BD382B0224}" type="presParOf" srcId="{22EC55B0-0EE9-48F5-8E77-C9DBC9DBA4B6}" destId="{B1B9DD7E-292E-462F-8C17-26EBA864E17B}" srcOrd="1" destOrd="0" presId="urn:microsoft.com/office/officeart/2018/5/layout/IconCircleLabelList"/>
    <dgm:cxn modelId="{F8065923-D61A-441F-A882-CE4CC4E5CB83}" type="presParOf" srcId="{22EC55B0-0EE9-48F5-8E77-C9DBC9DBA4B6}" destId="{31D3119A-2C23-41BC-AB4D-7C2D50E19760}" srcOrd="2" destOrd="0" presId="urn:microsoft.com/office/officeart/2018/5/layout/IconCircleLabelList"/>
    <dgm:cxn modelId="{B7875694-964A-4CE4-91C7-B1C118DE600E}" type="presParOf" srcId="{22EC55B0-0EE9-48F5-8E77-C9DBC9DBA4B6}" destId="{562A0A3A-9F2F-4E7E-9C60-20F79534009B}" srcOrd="3" destOrd="0" presId="urn:microsoft.com/office/officeart/2018/5/layout/IconCircleLabelList"/>
    <dgm:cxn modelId="{A3633727-A360-479A-9AD3-105C93634A7C}" type="presParOf" srcId="{A5F8B818-812A-4A28-9436-9EA858E80CAF}" destId="{96AF8465-0AEA-49BC-82F1-BF34C10FF1E0}" srcOrd="3" destOrd="0" presId="urn:microsoft.com/office/officeart/2018/5/layout/IconCircleLabelList"/>
    <dgm:cxn modelId="{6AE5AF30-EB9C-4F88-9211-BA9EF6AB5AA0}" type="presParOf" srcId="{A5F8B818-812A-4A28-9436-9EA858E80CAF}" destId="{62297695-C98F-4497-B94B-6195A6BC419C}" srcOrd="4" destOrd="0" presId="urn:microsoft.com/office/officeart/2018/5/layout/IconCircleLabelList"/>
    <dgm:cxn modelId="{578E15F9-5F41-4AA6-B444-69A81E9A463F}" type="presParOf" srcId="{62297695-C98F-4497-B94B-6195A6BC419C}" destId="{7B83E58C-437B-41FD-9A27-A1CB9DAE3F93}" srcOrd="0" destOrd="0" presId="urn:microsoft.com/office/officeart/2018/5/layout/IconCircleLabelList"/>
    <dgm:cxn modelId="{E52D996E-910A-4800-9D57-208B2C46238F}" type="presParOf" srcId="{62297695-C98F-4497-B94B-6195A6BC419C}" destId="{3FFEC7B2-7608-45C2-9188-621EE02E3B5C}" srcOrd="1" destOrd="0" presId="urn:microsoft.com/office/officeart/2018/5/layout/IconCircleLabelList"/>
    <dgm:cxn modelId="{6E11E429-C81A-4F80-A350-21A935CC6F80}" type="presParOf" srcId="{62297695-C98F-4497-B94B-6195A6BC419C}" destId="{972F3365-7B97-473D-8DCD-F6F865A225CF}" srcOrd="2" destOrd="0" presId="urn:microsoft.com/office/officeart/2018/5/layout/IconCircleLabelList"/>
    <dgm:cxn modelId="{F60C1557-B82D-4CC1-92E8-52B3118ACA62}" type="presParOf" srcId="{62297695-C98F-4497-B94B-6195A6BC419C}" destId="{D4E8BB54-645D-4AB6-AD30-0296EDA8729A}" srcOrd="3" destOrd="0" presId="urn:microsoft.com/office/officeart/2018/5/layout/IconCircleLabelList"/>
    <dgm:cxn modelId="{91743ABD-66EB-417B-91B4-3079FBFBEB22}" type="presParOf" srcId="{A5F8B818-812A-4A28-9436-9EA858E80CAF}" destId="{F73344FC-2FAC-4182-90A8-5B0622E07FE7}" srcOrd="5" destOrd="0" presId="urn:microsoft.com/office/officeart/2018/5/layout/IconCircleLabelList"/>
    <dgm:cxn modelId="{09865A70-ACE2-4976-A6DA-BA8FBA6FCB8A}" type="presParOf" srcId="{A5F8B818-812A-4A28-9436-9EA858E80CAF}" destId="{5DDFEF7B-1685-4733-8975-8B20CAB7B81A}" srcOrd="6" destOrd="0" presId="urn:microsoft.com/office/officeart/2018/5/layout/IconCircleLabelList"/>
    <dgm:cxn modelId="{24E75A37-F74A-4642-B345-83B2E2A4CC1C}" type="presParOf" srcId="{5DDFEF7B-1685-4733-8975-8B20CAB7B81A}" destId="{4242B35F-CD9D-4D52-AF9A-71D968E89056}" srcOrd="0" destOrd="0" presId="urn:microsoft.com/office/officeart/2018/5/layout/IconCircleLabelList"/>
    <dgm:cxn modelId="{10D29CF7-C125-41D2-91D3-413C2A5B4EF8}" type="presParOf" srcId="{5DDFEF7B-1685-4733-8975-8B20CAB7B81A}" destId="{4E913678-20A7-417A-B788-626B675BF2F4}" srcOrd="1" destOrd="0" presId="urn:microsoft.com/office/officeart/2018/5/layout/IconCircleLabelList"/>
    <dgm:cxn modelId="{D72F1CFA-2110-44D3-BF7A-B63C830FB749}" type="presParOf" srcId="{5DDFEF7B-1685-4733-8975-8B20CAB7B81A}" destId="{2780F3B2-8891-4397-9DDF-C3360D563F41}" srcOrd="2" destOrd="0" presId="urn:microsoft.com/office/officeart/2018/5/layout/IconCircleLabelList"/>
    <dgm:cxn modelId="{A9F993EE-DEAB-4AC8-A2D2-2003F964F7ED}" type="presParOf" srcId="{5DDFEF7B-1685-4733-8975-8B20CAB7B81A}" destId="{1E190DCF-1760-48FB-B9D3-7D23E8F934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942794-1C82-4D70-9EBF-28BE9D89769D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548212-C811-4C93-8D73-E31F3C83934E}">
      <dgm:prSet/>
      <dgm:spPr/>
      <dgm:t>
        <a:bodyPr/>
        <a:lstStyle/>
        <a:p>
          <a:r>
            <a:rPr lang="en-US" b="1"/>
            <a:t>Frontend Auth Handling</a:t>
          </a:r>
          <a:endParaRPr lang="en-US"/>
        </a:p>
      </dgm:t>
    </dgm:pt>
    <dgm:pt modelId="{E690F532-DA32-4000-918B-389CD33D5EB1}" type="parTrans" cxnId="{D8DD3168-E481-499C-B382-C69A347BD646}">
      <dgm:prSet/>
      <dgm:spPr/>
      <dgm:t>
        <a:bodyPr/>
        <a:lstStyle/>
        <a:p>
          <a:endParaRPr lang="en-US"/>
        </a:p>
      </dgm:t>
    </dgm:pt>
    <dgm:pt modelId="{DC8974C9-D411-4DEF-8B71-E302FA133FD2}" type="sibTrans" cxnId="{D8DD3168-E481-499C-B382-C69A347BD646}">
      <dgm:prSet/>
      <dgm:spPr/>
      <dgm:t>
        <a:bodyPr/>
        <a:lstStyle/>
        <a:p>
          <a:endParaRPr lang="en-US"/>
        </a:p>
      </dgm:t>
    </dgm:pt>
    <dgm:pt modelId="{1ABC6911-C833-4A6E-9069-B1C7A2BEFA0A}">
      <dgm:prSet/>
      <dgm:spPr/>
      <dgm:t>
        <a:bodyPr/>
        <a:lstStyle/>
        <a:p>
          <a:r>
            <a:rPr lang="en-US"/>
            <a:t>Centralized auth state</a:t>
          </a:r>
        </a:p>
      </dgm:t>
    </dgm:pt>
    <dgm:pt modelId="{68D6D7BB-D1D1-4999-937F-CC533157D42D}" type="parTrans" cxnId="{77223791-ACD3-49A2-A7B1-FD7CC248A9F5}">
      <dgm:prSet/>
      <dgm:spPr/>
      <dgm:t>
        <a:bodyPr/>
        <a:lstStyle/>
        <a:p>
          <a:endParaRPr lang="en-US"/>
        </a:p>
      </dgm:t>
    </dgm:pt>
    <dgm:pt modelId="{ABF754EB-16A2-45FE-B031-5DCF373CDE6E}" type="sibTrans" cxnId="{77223791-ACD3-49A2-A7B1-FD7CC248A9F5}">
      <dgm:prSet/>
      <dgm:spPr/>
      <dgm:t>
        <a:bodyPr/>
        <a:lstStyle/>
        <a:p>
          <a:endParaRPr lang="en-US"/>
        </a:p>
      </dgm:t>
    </dgm:pt>
    <dgm:pt modelId="{1E9C0630-D838-4827-A58B-161D17C1E893}">
      <dgm:prSet/>
      <dgm:spPr/>
      <dgm:t>
        <a:bodyPr/>
        <a:lstStyle/>
        <a:p>
          <a:r>
            <a:rPr lang="en-US"/>
            <a:t>Tokens persisted across refresh</a:t>
          </a:r>
        </a:p>
      </dgm:t>
    </dgm:pt>
    <dgm:pt modelId="{8439D8B0-76EB-4E6D-86FE-2410E9604409}" type="parTrans" cxnId="{4D900A5E-1CE3-4125-842F-22AD30774789}">
      <dgm:prSet/>
      <dgm:spPr/>
      <dgm:t>
        <a:bodyPr/>
        <a:lstStyle/>
        <a:p>
          <a:endParaRPr lang="en-US"/>
        </a:p>
      </dgm:t>
    </dgm:pt>
    <dgm:pt modelId="{2FB623DC-7AA8-4C07-995A-DBE555F446CF}" type="sibTrans" cxnId="{4D900A5E-1CE3-4125-842F-22AD30774789}">
      <dgm:prSet/>
      <dgm:spPr/>
      <dgm:t>
        <a:bodyPr/>
        <a:lstStyle/>
        <a:p>
          <a:endParaRPr lang="en-US"/>
        </a:p>
      </dgm:t>
    </dgm:pt>
    <dgm:pt modelId="{64602E74-FC53-4E3C-9C03-F1FFBCF2D106}">
      <dgm:prSet/>
      <dgm:spPr/>
      <dgm:t>
        <a:bodyPr/>
        <a:lstStyle/>
        <a:p>
          <a:r>
            <a:rPr lang="en-US"/>
            <a:t>Clear separation between UI mode and auth role</a:t>
          </a:r>
        </a:p>
      </dgm:t>
    </dgm:pt>
    <dgm:pt modelId="{13D0500A-0E23-47CC-AEA4-AEA78DB70791}" type="parTrans" cxnId="{C0572E6A-30B2-48DC-AA0D-0B6F36B243BC}">
      <dgm:prSet/>
      <dgm:spPr/>
      <dgm:t>
        <a:bodyPr/>
        <a:lstStyle/>
        <a:p>
          <a:endParaRPr lang="en-US"/>
        </a:p>
      </dgm:t>
    </dgm:pt>
    <dgm:pt modelId="{3C7A4834-E1FB-4E92-84F2-9CBB9609CB88}" type="sibTrans" cxnId="{C0572E6A-30B2-48DC-AA0D-0B6F36B243BC}">
      <dgm:prSet/>
      <dgm:spPr/>
      <dgm:t>
        <a:bodyPr/>
        <a:lstStyle/>
        <a:p>
          <a:endParaRPr lang="en-US"/>
        </a:p>
      </dgm:t>
    </dgm:pt>
    <dgm:pt modelId="{B199FDC9-98D3-442D-BB5D-000BF162E941}" type="pres">
      <dgm:prSet presAssocID="{99942794-1C82-4D70-9EBF-28BE9D89769D}" presName="diagram" presStyleCnt="0">
        <dgm:presLayoutVars>
          <dgm:dir/>
          <dgm:resizeHandles val="exact"/>
        </dgm:presLayoutVars>
      </dgm:prSet>
      <dgm:spPr/>
    </dgm:pt>
    <dgm:pt modelId="{B8195F2A-DE65-4A9E-967E-681BA4F00CD4}" type="pres">
      <dgm:prSet presAssocID="{63548212-C811-4C93-8D73-E31F3C83934E}" presName="node" presStyleLbl="node1" presStyleIdx="0" presStyleCnt="4">
        <dgm:presLayoutVars>
          <dgm:bulletEnabled val="1"/>
        </dgm:presLayoutVars>
      </dgm:prSet>
      <dgm:spPr/>
    </dgm:pt>
    <dgm:pt modelId="{5E66F43A-53C1-4B89-9B9A-85F3BC0A153A}" type="pres">
      <dgm:prSet presAssocID="{DC8974C9-D411-4DEF-8B71-E302FA133FD2}" presName="sibTrans" presStyleLbl="sibTrans2D1" presStyleIdx="0" presStyleCnt="3"/>
      <dgm:spPr/>
    </dgm:pt>
    <dgm:pt modelId="{054178F2-981C-4C4A-AC9B-F0F2007FBF77}" type="pres">
      <dgm:prSet presAssocID="{DC8974C9-D411-4DEF-8B71-E302FA133FD2}" presName="connectorText" presStyleLbl="sibTrans2D1" presStyleIdx="0" presStyleCnt="3"/>
      <dgm:spPr/>
    </dgm:pt>
    <dgm:pt modelId="{117C2B7D-A064-4C47-95CB-E6B5E57932F4}" type="pres">
      <dgm:prSet presAssocID="{1ABC6911-C833-4A6E-9069-B1C7A2BEFA0A}" presName="node" presStyleLbl="node1" presStyleIdx="1" presStyleCnt="4">
        <dgm:presLayoutVars>
          <dgm:bulletEnabled val="1"/>
        </dgm:presLayoutVars>
      </dgm:prSet>
      <dgm:spPr/>
    </dgm:pt>
    <dgm:pt modelId="{66B6AE54-8307-485A-BA13-3537D06604E0}" type="pres">
      <dgm:prSet presAssocID="{ABF754EB-16A2-45FE-B031-5DCF373CDE6E}" presName="sibTrans" presStyleLbl="sibTrans2D1" presStyleIdx="1" presStyleCnt="3"/>
      <dgm:spPr/>
    </dgm:pt>
    <dgm:pt modelId="{6B5DCD99-A88C-49E6-A1AF-8B00711023A3}" type="pres">
      <dgm:prSet presAssocID="{ABF754EB-16A2-45FE-B031-5DCF373CDE6E}" presName="connectorText" presStyleLbl="sibTrans2D1" presStyleIdx="1" presStyleCnt="3"/>
      <dgm:spPr/>
    </dgm:pt>
    <dgm:pt modelId="{931E5E19-E5D1-4A0C-AA49-1FF2E8F97282}" type="pres">
      <dgm:prSet presAssocID="{1E9C0630-D838-4827-A58B-161D17C1E893}" presName="node" presStyleLbl="node1" presStyleIdx="2" presStyleCnt="4">
        <dgm:presLayoutVars>
          <dgm:bulletEnabled val="1"/>
        </dgm:presLayoutVars>
      </dgm:prSet>
      <dgm:spPr/>
    </dgm:pt>
    <dgm:pt modelId="{555D631A-0986-4B22-949B-2454EFA862AC}" type="pres">
      <dgm:prSet presAssocID="{2FB623DC-7AA8-4C07-995A-DBE555F446CF}" presName="sibTrans" presStyleLbl="sibTrans2D1" presStyleIdx="2" presStyleCnt="3"/>
      <dgm:spPr/>
    </dgm:pt>
    <dgm:pt modelId="{568BAB1A-E276-4F9D-B9F4-D65C89833251}" type="pres">
      <dgm:prSet presAssocID="{2FB623DC-7AA8-4C07-995A-DBE555F446CF}" presName="connectorText" presStyleLbl="sibTrans2D1" presStyleIdx="2" presStyleCnt="3"/>
      <dgm:spPr/>
    </dgm:pt>
    <dgm:pt modelId="{912A9212-2082-424D-9E05-56D92D55EFF3}" type="pres">
      <dgm:prSet presAssocID="{64602E74-FC53-4E3C-9C03-F1FFBCF2D106}" presName="node" presStyleLbl="node1" presStyleIdx="3" presStyleCnt="4">
        <dgm:presLayoutVars>
          <dgm:bulletEnabled val="1"/>
        </dgm:presLayoutVars>
      </dgm:prSet>
      <dgm:spPr/>
    </dgm:pt>
  </dgm:ptLst>
  <dgm:cxnLst>
    <dgm:cxn modelId="{83E7952B-672A-4EAA-BF07-71C2BF5870F7}" type="presOf" srcId="{ABF754EB-16A2-45FE-B031-5DCF373CDE6E}" destId="{66B6AE54-8307-485A-BA13-3537D06604E0}" srcOrd="0" destOrd="0" presId="urn:microsoft.com/office/officeart/2005/8/layout/process5"/>
    <dgm:cxn modelId="{4D900A5E-1CE3-4125-842F-22AD30774789}" srcId="{99942794-1C82-4D70-9EBF-28BE9D89769D}" destId="{1E9C0630-D838-4827-A58B-161D17C1E893}" srcOrd="2" destOrd="0" parTransId="{8439D8B0-76EB-4E6D-86FE-2410E9604409}" sibTransId="{2FB623DC-7AA8-4C07-995A-DBE555F446CF}"/>
    <dgm:cxn modelId="{D8DD3168-E481-499C-B382-C69A347BD646}" srcId="{99942794-1C82-4D70-9EBF-28BE9D89769D}" destId="{63548212-C811-4C93-8D73-E31F3C83934E}" srcOrd="0" destOrd="0" parTransId="{E690F532-DA32-4000-918B-389CD33D5EB1}" sibTransId="{DC8974C9-D411-4DEF-8B71-E302FA133FD2}"/>
    <dgm:cxn modelId="{C0572E6A-30B2-48DC-AA0D-0B6F36B243BC}" srcId="{99942794-1C82-4D70-9EBF-28BE9D89769D}" destId="{64602E74-FC53-4E3C-9C03-F1FFBCF2D106}" srcOrd="3" destOrd="0" parTransId="{13D0500A-0E23-47CC-AEA4-AEA78DB70791}" sibTransId="{3C7A4834-E1FB-4E92-84F2-9CBB9609CB88}"/>
    <dgm:cxn modelId="{7079B979-9565-457C-A32E-ED0A99F77FED}" type="presOf" srcId="{2FB623DC-7AA8-4C07-995A-DBE555F446CF}" destId="{568BAB1A-E276-4F9D-B9F4-D65C89833251}" srcOrd="1" destOrd="0" presId="urn:microsoft.com/office/officeart/2005/8/layout/process5"/>
    <dgm:cxn modelId="{77223791-ACD3-49A2-A7B1-FD7CC248A9F5}" srcId="{99942794-1C82-4D70-9EBF-28BE9D89769D}" destId="{1ABC6911-C833-4A6E-9069-B1C7A2BEFA0A}" srcOrd="1" destOrd="0" parTransId="{68D6D7BB-D1D1-4999-937F-CC533157D42D}" sibTransId="{ABF754EB-16A2-45FE-B031-5DCF373CDE6E}"/>
    <dgm:cxn modelId="{57203E97-CCA1-4766-9EE3-BE380489079B}" type="presOf" srcId="{DC8974C9-D411-4DEF-8B71-E302FA133FD2}" destId="{5E66F43A-53C1-4B89-9B9A-85F3BC0A153A}" srcOrd="0" destOrd="0" presId="urn:microsoft.com/office/officeart/2005/8/layout/process5"/>
    <dgm:cxn modelId="{86376CA0-7D87-4CFF-BA8C-D67A27B32AD0}" type="presOf" srcId="{2FB623DC-7AA8-4C07-995A-DBE555F446CF}" destId="{555D631A-0986-4B22-949B-2454EFA862AC}" srcOrd="0" destOrd="0" presId="urn:microsoft.com/office/officeart/2005/8/layout/process5"/>
    <dgm:cxn modelId="{A4435BBB-DA96-4684-883F-BF75355D5D33}" type="presOf" srcId="{DC8974C9-D411-4DEF-8B71-E302FA133FD2}" destId="{054178F2-981C-4C4A-AC9B-F0F2007FBF77}" srcOrd="1" destOrd="0" presId="urn:microsoft.com/office/officeart/2005/8/layout/process5"/>
    <dgm:cxn modelId="{DDCE64C2-26D0-49DC-956B-41602FF8DB73}" type="presOf" srcId="{64602E74-FC53-4E3C-9C03-F1FFBCF2D106}" destId="{912A9212-2082-424D-9E05-56D92D55EFF3}" srcOrd="0" destOrd="0" presId="urn:microsoft.com/office/officeart/2005/8/layout/process5"/>
    <dgm:cxn modelId="{2E0B9ACA-0410-4824-9B78-5143841AF88F}" type="presOf" srcId="{99942794-1C82-4D70-9EBF-28BE9D89769D}" destId="{B199FDC9-98D3-442D-BB5D-000BF162E941}" srcOrd="0" destOrd="0" presId="urn:microsoft.com/office/officeart/2005/8/layout/process5"/>
    <dgm:cxn modelId="{FD4085CE-1E27-4A1F-AB3B-F5DDFA0807BE}" type="presOf" srcId="{1ABC6911-C833-4A6E-9069-B1C7A2BEFA0A}" destId="{117C2B7D-A064-4C47-95CB-E6B5E57932F4}" srcOrd="0" destOrd="0" presId="urn:microsoft.com/office/officeart/2005/8/layout/process5"/>
    <dgm:cxn modelId="{2403FCCE-B338-46A4-A9E7-CE2F83169038}" type="presOf" srcId="{ABF754EB-16A2-45FE-B031-5DCF373CDE6E}" destId="{6B5DCD99-A88C-49E6-A1AF-8B00711023A3}" srcOrd="1" destOrd="0" presId="urn:microsoft.com/office/officeart/2005/8/layout/process5"/>
    <dgm:cxn modelId="{A69DDEE8-C6E7-43F6-B094-05F9F89D119B}" type="presOf" srcId="{63548212-C811-4C93-8D73-E31F3C83934E}" destId="{B8195F2A-DE65-4A9E-967E-681BA4F00CD4}" srcOrd="0" destOrd="0" presId="urn:microsoft.com/office/officeart/2005/8/layout/process5"/>
    <dgm:cxn modelId="{77811AED-C95A-459F-9296-EF3B4C4BDFCD}" type="presOf" srcId="{1E9C0630-D838-4827-A58B-161D17C1E893}" destId="{931E5E19-E5D1-4A0C-AA49-1FF2E8F97282}" srcOrd="0" destOrd="0" presId="urn:microsoft.com/office/officeart/2005/8/layout/process5"/>
    <dgm:cxn modelId="{7B6B33C4-E0C2-4771-ABF6-6955B660F40D}" type="presParOf" srcId="{B199FDC9-98D3-442D-BB5D-000BF162E941}" destId="{B8195F2A-DE65-4A9E-967E-681BA4F00CD4}" srcOrd="0" destOrd="0" presId="urn:microsoft.com/office/officeart/2005/8/layout/process5"/>
    <dgm:cxn modelId="{948E877E-BABD-4579-A8FC-9504724FEA00}" type="presParOf" srcId="{B199FDC9-98D3-442D-BB5D-000BF162E941}" destId="{5E66F43A-53C1-4B89-9B9A-85F3BC0A153A}" srcOrd="1" destOrd="0" presId="urn:microsoft.com/office/officeart/2005/8/layout/process5"/>
    <dgm:cxn modelId="{EC13D291-51DB-4524-8A33-334F50488324}" type="presParOf" srcId="{5E66F43A-53C1-4B89-9B9A-85F3BC0A153A}" destId="{054178F2-981C-4C4A-AC9B-F0F2007FBF77}" srcOrd="0" destOrd="0" presId="urn:microsoft.com/office/officeart/2005/8/layout/process5"/>
    <dgm:cxn modelId="{138F0CCF-C5EF-442A-87EE-0C39FBCA76EB}" type="presParOf" srcId="{B199FDC9-98D3-442D-BB5D-000BF162E941}" destId="{117C2B7D-A064-4C47-95CB-E6B5E57932F4}" srcOrd="2" destOrd="0" presId="urn:microsoft.com/office/officeart/2005/8/layout/process5"/>
    <dgm:cxn modelId="{FD6D5FDD-CF2A-48E5-BCA4-0C635FF45164}" type="presParOf" srcId="{B199FDC9-98D3-442D-BB5D-000BF162E941}" destId="{66B6AE54-8307-485A-BA13-3537D06604E0}" srcOrd="3" destOrd="0" presId="urn:microsoft.com/office/officeart/2005/8/layout/process5"/>
    <dgm:cxn modelId="{6B875A3F-3181-4460-856E-05661AA06FB3}" type="presParOf" srcId="{66B6AE54-8307-485A-BA13-3537D06604E0}" destId="{6B5DCD99-A88C-49E6-A1AF-8B00711023A3}" srcOrd="0" destOrd="0" presId="urn:microsoft.com/office/officeart/2005/8/layout/process5"/>
    <dgm:cxn modelId="{3707A68A-7FDF-4BE9-A2F0-AEFD6E24302A}" type="presParOf" srcId="{B199FDC9-98D3-442D-BB5D-000BF162E941}" destId="{931E5E19-E5D1-4A0C-AA49-1FF2E8F97282}" srcOrd="4" destOrd="0" presId="urn:microsoft.com/office/officeart/2005/8/layout/process5"/>
    <dgm:cxn modelId="{00BFE630-EDF8-4E50-9707-5D4D01150775}" type="presParOf" srcId="{B199FDC9-98D3-442D-BB5D-000BF162E941}" destId="{555D631A-0986-4B22-949B-2454EFA862AC}" srcOrd="5" destOrd="0" presId="urn:microsoft.com/office/officeart/2005/8/layout/process5"/>
    <dgm:cxn modelId="{BC9B05E9-B724-4EC9-B4B3-2F0B59AB55F5}" type="presParOf" srcId="{555D631A-0986-4B22-949B-2454EFA862AC}" destId="{568BAB1A-E276-4F9D-B9F4-D65C89833251}" srcOrd="0" destOrd="0" presId="urn:microsoft.com/office/officeart/2005/8/layout/process5"/>
    <dgm:cxn modelId="{B117DD42-BD7B-4DEC-A603-004796D25100}" type="presParOf" srcId="{B199FDC9-98D3-442D-BB5D-000BF162E941}" destId="{912A9212-2082-424D-9E05-56D92D55EFF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811B47-DBCA-4DDC-86D1-975A8B09901E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BA4821-75AB-4703-A227-7A981D5DBC17}">
      <dgm:prSet/>
      <dgm:spPr/>
      <dgm:t>
        <a:bodyPr/>
        <a:lstStyle/>
        <a:p>
          <a:r>
            <a:rPr lang="en-US"/>
            <a:t>Parent logs in</a:t>
          </a:r>
        </a:p>
      </dgm:t>
    </dgm:pt>
    <dgm:pt modelId="{B6EBB46A-D9CA-46C7-9FDC-93737BD08F0A}" type="parTrans" cxnId="{AC553F10-BB3E-4FA5-BEDC-639B1E94A8A1}">
      <dgm:prSet/>
      <dgm:spPr/>
      <dgm:t>
        <a:bodyPr/>
        <a:lstStyle/>
        <a:p>
          <a:endParaRPr lang="en-US"/>
        </a:p>
      </dgm:t>
    </dgm:pt>
    <dgm:pt modelId="{9D736407-809F-4676-B25D-56872CBD6CBB}" type="sibTrans" cxnId="{AC553F10-BB3E-4FA5-BEDC-639B1E94A8A1}">
      <dgm:prSet/>
      <dgm:spPr/>
      <dgm:t>
        <a:bodyPr/>
        <a:lstStyle/>
        <a:p>
          <a:endParaRPr lang="en-US"/>
        </a:p>
      </dgm:t>
    </dgm:pt>
    <dgm:pt modelId="{15914259-1D79-4C08-A021-5AADBC6BDC4B}">
      <dgm:prSet/>
      <dgm:spPr/>
      <dgm:t>
        <a:bodyPr/>
        <a:lstStyle/>
        <a:p>
          <a:r>
            <a:rPr lang="en-US"/>
            <a:t>Selects a kid</a:t>
          </a:r>
        </a:p>
      </dgm:t>
    </dgm:pt>
    <dgm:pt modelId="{A8372728-2578-490A-B9CE-6229DBBFA808}" type="parTrans" cxnId="{36B2B35E-9900-410E-A585-D7310E9F1A7F}">
      <dgm:prSet/>
      <dgm:spPr/>
      <dgm:t>
        <a:bodyPr/>
        <a:lstStyle/>
        <a:p>
          <a:endParaRPr lang="en-US"/>
        </a:p>
      </dgm:t>
    </dgm:pt>
    <dgm:pt modelId="{102E812D-851B-47C2-B15B-C0B6BF022E33}" type="sibTrans" cxnId="{36B2B35E-9900-410E-A585-D7310E9F1A7F}">
      <dgm:prSet/>
      <dgm:spPr/>
      <dgm:t>
        <a:bodyPr/>
        <a:lstStyle/>
        <a:p>
          <a:endParaRPr lang="en-US"/>
        </a:p>
      </dgm:t>
    </dgm:pt>
    <dgm:pt modelId="{9EFD367C-5E0E-4C27-8A4F-BB009A9EAE5B}">
      <dgm:prSet/>
      <dgm:spPr/>
      <dgm:t>
        <a:bodyPr/>
        <a:lstStyle/>
        <a:p>
          <a:r>
            <a:rPr lang="en-US"/>
            <a:t>Creates and manages tasks</a:t>
          </a:r>
        </a:p>
      </dgm:t>
    </dgm:pt>
    <dgm:pt modelId="{C003E49C-55AD-46A3-B38C-DA7F260CB5B3}" type="parTrans" cxnId="{E5B97708-3113-4A3E-800C-74109BD63B82}">
      <dgm:prSet/>
      <dgm:spPr/>
      <dgm:t>
        <a:bodyPr/>
        <a:lstStyle/>
        <a:p>
          <a:endParaRPr lang="en-US"/>
        </a:p>
      </dgm:t>
    </dgm:pt>
    <dgm:pt modelId="{E7B9884F-64E7-4C8F-A3A0-945713C6A372}" type="sibTrans" cxnId="{E5B97708-3113-4A3E-800C-74109BD63B82}">
      <dgm:prSet/>
      <dgm:spPr/>
      <dgm:t>
        <a:bodyPr/>
        <a:lstStyle/>
        <a:p>
          <a:endParaRPr lang="en-US"/>
        </a:p>
      </dgm:t>
    </dgm:pt>
    <dgm:pt modelId="{460F7698-CB4D-41C3-AFE6-C7D91CB71D23}">
      <dgm:prSet/>
      <dgm:spPr/>
      <dgm:t>
        <a:bodyPr/>
        <a:lstStyle/>
        <a:p>
          <a:r>
            <a:rPr lang="en-US"/>
            <a:t>Creates and manages rewards</a:t>
          </a:r>
        </a:p>
      </dgm:t>
    </dgm:pt>
    <dgm:pt modelId="{08008569-FC4D-4EAD-8E9C-B58B1A88C428}" type="parTrans" cxnId="{AF2C29B6-BCB5-49AC-9B57-12F5DE816427}">
      <dgm:prSet/>
      <dgm:spPr/>
      <dgm:t>
        <a:bodyPr/>
        <a:lstStyle/>
        <a:p>
          <a:endParaRPr lang="en-US"/>
        </a:p>
      </dgm:t>
    </dgm:pt>
    <dgm:pt modelId="{E5018FD2-241A-43B3-ADE1-ABDAA7E2A818}" type="sibTrans" cxnId="{AF2C29B6-BCB5-49AC-9B57-12F5DE816427}">
      <dgm:prSet/>
      <dgm:spPr/>
      <dgm:t>
        <a:bodyPr/>
        <a:lstStyle/>
        <a:p>
          <a:endParaRPr lang="en-US"/>
        </a:p>
      </dgm:t>
    </dgm:pt>
    <dgm:pt modelId="{C664275B-3687-46B8-A07C-17EDA739EE34}" type="pres">
      <dgm:prSet presAssocID="{58811B47-DBCA-4DDC-86D1-975A8B09901E}" presName="outerComposite" presStyleCnt="0">
        <dgm:presLayoutVars>
          <dgm:chMax val="5"/>
          <dgm:dir/>
          <dgm:resizeHandles val="exact"/>
        </dgm:presLayoutVars>
      </dgm:prSet>
      <dgm:spPr/>
    </dgm:pt>
    <dgm:pt modelId="{AEF434F1-0EF6-4FAE-B97B-6CDECE266846}" type="pres">
      <dgm:prSet presAssocID="{58811B47-DBCA-4DDC-86D1-975A8B09901E}" presName="dummyMaxCanvas" presStyleCnt="0">
        <dgm:presLayoutVars/>
      </dgm:prSet>
      <dgm:spPr/>
    </dgm:pt>
    <dgm:pt modelId="{924D1DE4-F4C3-46F1-9471-BD30E0CAEAB3}" type="pres">
      <dgm:prSet presAssocID="{58811B47-DBCA-4DDC-86D1-975A8B09901E}" presName="FourNodes_1" presStyleLbl="node1" presStyleIdx="0" presStyleCnt="4">
        <dgm:presLayoutVars>
          <dgm:bulletEnabled val="1"/>
        </dgm:presLayoutVars>
      </dgm:prSet>
      <dgm:spPr/>
    </dgm:pt>
    <dgm:pt modelId="{46B88B93-7299-4762-9734-9DA57053A1EE}" type="pres">
      <dgm:prSet presAssocID="{58811B47-DBCA-4DDC-86D1-975A8B09901E}" presName="FourNodes_2" presStyleLbl="node1" presStyleIdx="1" presStyleCnt="4">
        <dgm:presLayoutVars>
          <dgm:bulletEnabled val="1"/>
        </dgm:presLayoutVars>
      </dgm:prSet>
      <dgm:spPr/>
    </dgm:pt>
    <dgm:pt modelId="{EBCC0EC5-54B5-4970-BB40-14597F8ED382}" type="pres">
      <dgm:prSet presAssocID="{58811B47-DBCA-4DDC-86D1-975A8B09901E}" presName="FourNodes_3" presStyleLbl="node1" presStyleIdx="2" presStyleCnt="4">
        <dgm:presLayoutVars>
          <dgm:bulletEnabled val="1"/>
        </dgm:presLayoutVars>
      </dgm:prSet>
      <dgm:spPr/>
    </dgm:pt>
    <dgm:pt modelId="{EAD22A54-F693-4F9D-BBA8-C447DE57A0B2}" type="pres">
      <dgm:prSet presAssocID="{58811B47-DBCA-4DDC-86D1-975A8B09901E}" presName="FourNodes_4" presStyleLbl="node1" presStyleIdx="3" presStyleCnt="4">
        <dgm:presLayoutVars>
          <dgm:bulletEnabled val="1"/>
        </dgm:presLayoutVars>
      </dgm:prSet>
      <dgm:spPr/>
    </dgm:pt>
    <dgm:pt modelId="{29C9012C-99EE-4E72-BFA7-ED707EAB20C4}" type="pres">
      <dgm:prSet presAssocID="{58811B47-DBCA-4DDC-86D1-975A8B09901E}" presName="FourConn_1-2" presStyleLbl="fgAccFollowNode1" presStyleIdx="0" presStyleCnt="3">
        <dgm:presLayoutVars>
          <dgm:bulletEnabled val="1"/>
        </dgm:presLayoutVars>
      </dgm:prSet>
      <dgm:spPr/>
    </dgm:pt>
    <dgm:pt modelId="{4551FAEC-6DFD-43E8-8B86-90131B317185}" type="pres">
      <dgm:prSet presAssocID="{58811B47-DBCA-4DDC-86D1-975A8B09901E}" presName="FourConn_2-3" presStyleLbl="fgAccFollowNode1" presStyleIdx="1" presStyleCnt="3">
        <dgm:presLayoutVars>
          <dgm:bulletEnabled val="1"/>
        </dgm:presLayoutVars>
      </dgm:prSet>
      <dgm:spPr/>
    </dgm:pt>
    <dgm:pt modelId="{C1CF466C-3F30-478A-BCDA-261092F4BCF9}" type="pres">
      <dgm:prSet presAssocID="{58811B47-DBCA-4DDC-86D1-975A8B09901E}" presName="FourConn_3-4" presStyleLbl="fgAccFollowNode1" presStyleIdx="2" presStyleCnt="3">
        <dgm:presLayoutVars>
          <dgm:bulletEnabled val="1"/>
        </dgm:presLayoutVars>
      </dgm:prSet>
      <dgm:spPr/>
    </dgm:pt>
    <dgm:pt modelId="{D1F6F18B-66BE-4E47-81F2-967EA1DCCB24}" type="pres">
      <dgm:prSet presAssocID="{58811B47-DBCA-4DDC-86D1-975A8B09901E}" presName="FourNodes_1_text" presStyleLbl="node1" presStyleIdx="3" presStyleCnt="4">
        <dgm:presLayoutVars>
          <dgm:bulletEnabled val="1"/>
        </dgm:presLayoutVars>
      </dgm:prSet>
      <dgm:spPr/>
    </dgm:pt>
    <dgm:pt modelId="{8D4C03B3-D653-40BE-8FAE-5EA2A7304B62}" type="pres">
      <dgm:prSet presAssocID="{58811B47-DBCA-4DDC-86D1-975A8B09901E}" presName="FourNodes_2_text" presStyleLbl="node1" presStyleIdx="3" presStyleCnt="4">
        <dgm:presLayoutVars>
          <dgm:bulletEnabled val="1"/>
        </dgm:presLayoutVars>
      </dgm:prSet>
      <dgm:spPr/>
    </dgm:pt>
    <dgm:pt modelId="{80A80EBF-E606-439D-B18B-B8E9F4B0D93E}" type="pres">
      <dgm:prSet presAssocID="{58811B47-DBCA-4DDC-86D1-975A8B09901E}" presName="FourNodes_3_text" presStyleLbl="node1" presStyleIdx="3" presStyleCnt="4">
        <dgm:presLayoutVars>
          <dgm:bulletEnabled val="1"/>
        </dgm:presLayoutVars>
      </dgm:prSet>
      <dgm:spPr/>
    </dgm:pt>
    <dgm:pt modelId="{F781D0C5-A311-4ADC-96DB-FF9AA7635CB2}" type="pres">
      <dgm:prSet presAssocID="{58811B47-DBCA-4DDC-86D1-975A8B09901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5C64604-8522-4D88-83C2-D5C326907E76}" type="presOf" srcId="{15914259-1D79-4C08-A021-5AADBC6BDC4B}" destId="{8D4C03B3-D653-40BE-8FAE-5EA2A7304B62}" srcOrd="1" destOrd="0" presId="urn:microsoft.com/office/officeart/2005/8/layout/vProcess5"/>
    <dgm:cxn modelId="{E5B97708-3113-4A3E-800C-74109BD63B82}" srcId="{58811B47-DBCA-4DDC-86D1-975A8B09901E}" destId="{9EFD367C-5E0E-4C27-8A4F-BB009A9EAE5B}" srcOrd="2" destOrd="0" parTransId="{C003E49C-55AD-46A3-B38C-DA7F260CB5B3}" sibTransId="{E7B9884F-64E7-4C8F-A3A0-945713C6A372}"/>
    <dgm:cxn modelId="{AC553F10-BB3E-4FA5-BEDC-639B1E94A8A1}" srcId="{58811B47-DBCA-4DDC-86D1-975A8B09901E}" destId="{6FBA4821-75AB-4703-A227-7A981D5DBC17}" srcOrd="0" destOrd="0" parTransId="{B6EBB46A-D9CA-46C7-9FDC-93737BD08F0A}" sibTransId="{9D736407-809F-4676-B25D-56872CBD6CBB}"/>
    <dgm:cxn modelId="{C75E8D14-C749-425C-B498-64FF78B171C9}" type="presOf" srcId="{9EFD367C-5E0E-4C27-8A4F-BB009A9EAE5B}" destId="{80A80EBF-E606-439D-B18B-B8E9F4B0D93E}" srcOrd="1" destOrd="0" presId="urn:microsoft.com/office/officeart/2005/8/layout/vProcess5"/>
    <dgm:cxn modelId="{1207A127-C730-48F5-9458-4353588B1B57}" type="presOf" srcId="{15914259-1D79-4C08-A021-5AADBC6BDC4B}" destId="{46B88B93-7299-4762-9734-9DA57053A1EE}" srcOrd="0" destOrd="0" presId="urn:microsoft.com/office/officeart/2005/8/layout/vProcess5"/>
    <dgm:cxn modelId="{36B2B35E-9900-410E-A585-D7310E9F1A7F}" srcId="{58811B47-DBCA-4DDC-86D1-975A8B09901E}" destId="{15914259-1D79-4C08-A021-5AADBC6BDC4B}" srcOrd="1" destOrd="0" parTransId="{A8372728-2578-490A-B9CE-6229DBBFA808}" sibTransId="{102E812D-851B-47C2-B15B-C0B6BF022E33}"/>
    <dgm:cxn modelId="{90717F5F-AFAB-4349-A7CD-223011F1A9CB}" type="presOf" srcId="{460F7698-CB4D-41C3-AFE6-C7D91CB71D23}" destId="{EAD22A54-F693-4F9D-BBA8-C447DE57A0B2}" srcOrd="0" destOrd="0" presId="urn:microsoft.com/office/officeart/2005/8/layout/vProcess5"/>
    <dgm:cxn modelId="{AD068C80-0345-47F4-8AC6-AAEBC44E1E7B}" type="presOf" srcId="{9D736407-809F-4676-B25D-56872CBD6CBB}" destId="{29C9012C-99EE-4E72-BFA7-ED707EAB20C4}" srcOrd="0" destOrd="0" presId="urn:microsoft.com/office/officeart/2005/8/layout/vProcess5"/>
    <dgm:cxn modelId="{CA245BA6-595E-4492-A670-DCEEBB84EB54}" type="presOf" srcId="{6FBA4821-75AB-4703-A227-7A981D5DBC17}" destId="{D1F6F18B-66BE-4E47-81F2-967EA1DCCB24}" srcOrd="1" destOrd="0" presId="urn:microsoft.com/office/officeart/2005/8/layout/vProcess5"/>
    <dgm:cxn modelId="{3869CCA6-8A27-4599-B006-CE66952AE4EF}" type="presOf" srcId="{9EFD367C-5E0E-4C27-8A4F-BB009A9EAE5B}" destId="{EBCC0EC5-54B5-4970-BB40-14597F8ED382}" srcOrd="0" destOrd="0" presId="urn:microsoft.com/office/officeart/2005/8/layout/vProcess5"/>
    <dgm:cxn modelId="{2984D1B5-FACC-4B21-9023-B5CB0E4BFDC3}" type="presOf" srcId="{6FBA4821-75AB-4703-A227-7A981D5DBC17}" destId="{924D1DE4-F4C3-46F1-9471-BD30E0CAEAB3}" srcOrd="0" destOrd="0" presId="urn:microsoft.com/office/officeart/2005/8/layout/vProcess5"/>
    <dgm:cxn modelId="{AF2C29B6-BCB5-49AC-9B57-12F5DE816427}" srcId="{58811B47-DBCA-4DDC-86D1-975A8B09901E}" destId="{460F7698-CB4D-41C3-AFE6-C7D91CB71D23}" srcOrd="3" destOrd="0" parTransId="{08008569-FC4D-4EAD-8E9C-B58B1A88C428}" sibTransId="{E5018FD2-241A-43B3-ADE1-ABDAA7E2A818}"/>
    <dgm:cxn modelId="{9B1F29CB-0FFE-4C69-8610-7A1BD41ABE93}" type="presOf" srcId="{58811B47-DBCA-4DDC-86D1-975A8B09901E}" destId="{C664275B-3687-46B8-A07C-17EDA739EE34}" srcOrd="0" destOrd="0" presId="urn:microsoft.com/office/officeart/2005/8/layout/vProcess5"/>
    <dgm:cxn modelId="{4F9E73D4-D2E9-44F9-B428-B2515B6641DF}" type="presOf" srcId="{460F7698-CB4D-41C3-AFE6-C7D91CB71D23}" destId="{F781D0C5-A311-4ADC-96DB-FF9AA7635CB2}" srcOrd="1" destOrd="0" presId="urn:microsoft.com/office/officeart/2005/8/layout/vProcess5"/>
    <dgm:cxn modelId="{F28C77F3-3D7B-45E8-863D-BDD0B6559ECC}" type="presOf" srcId="{E7B9884F-64E7-4C8F-A3A0-945713C6A372}" destId="{C1CF466C-3F30-478A-BCDA-261092F4BCF9}" srcOrd="0" destOrd="0" presId="urn:microsoft.com/office/officeart/2005/8/layout/vProcess5"/>
    <dgm:cxn modelId="{108165FA-17E8-431B-A933-9619F308A36A}" type="presOf" srcId="{102E812D-851B-47C2-B15B-C0B6BF022E33}" destId="{4551FAEC-6DFD-43E8-8B86-90131B317185}" srcOrd="0" destOrd="0" presId="urn:microsoft.com/office/officeart/2005/8/layout/vProcess5"/>
    <dgm:cxn modelId="{53F2A9F6-0E48-4EAA-972F-DE484E75B943}" type="presParOf" srcId="{C664275B-3687-46B8-A07C-17EDA739EE34}" destId="{AEF434F1-0EF6-4FAE-B97B-6CDECE266846}" srcOrd="0" destOrd="0" presId="urn:microsoft.com/office/officeart/2005/8/layout/vProcess5"/>
    <dgm:cxn modelId="{2E95C7BB-D688-4447-84FB-ABFC7835B00D}" type="presParOf" srcId="{C664275B-3687-46B8-A07C-17EDA739EE34}" destId="{924D1DE4-F4C3-46F1-9471-BD30E0CAEAB3}" srcOrd="1" destOrd="0" presId="urn:microsoft.com/office/officeart/2005/8/layout/vProcess5"/>
    <dgm:cxn modelId="{741226DF-8833-4369-8200-8C861B5AF656}" type="presParOf" srcId="{C664275B-3687-46B8-A07C-17EDA739EE34}" destId="{46B88B93-7299-4762-9734-9DA57053A1EE}" srcOrd="2" destOrd="0" presId="urn:microsoft.com/office/officeart/2005/8/layout/vProcess5"/>
    <dgm:cxn modelId="{5B101E6D-297C-47B1-9FCD-8BA6CECE7531}" type="presParOf" srcId="{C664275B-3687-46B8-A07C-17EDA739EE34}" destId="{EBCC0EC5-54B5-4970-BB40-14597F8ED382}" srcOrd="3" destOrd="0" presId="urn:microsoft.com/office/officeart/2005/8/layout/vProcess5"/>
    <dgm:cxn modelId="{4A9BF555-3214-4C2D-8A09-EEE4D26AAB4D}" type="presParOf" srcId="{C664275B-3687-46B8-A07C-17EDA739EE34}" destId="{EAD22A54-F693-4F9D-BBA8-C447DE57A0B2}" srcOrd="4" destOrd="0" presId="urn:microsoft.com/office/officeart/2005/8/layout/vProcess5"/>
    <dgm:cxn modelId="{1DAA52F8-22B6-456B-8DED-4F5A397386B4}" type="presParOf" srcId="{C664275B-3687-46B8-A07C-17EDA739EE34}" destId="{29C9012C-99EE-4E72-BFA7-ED707EAB20C4}" srcOrd="5" destOrd="0" presId="urn:microsoft.com/office/officeart/2005/8/layout/vProcess5"/>
    <dgm:cxn modelId="{BC173DCA-2266-48FA-867D-378A2E86AAE1}" type="presParOf" srcId="{C664275B-3687-46B8-A07C-17EDA739EE34}" destId="{4551FAEC-6DFD-43E8-8B86-90131B317185}" srcOrd="6" destOrd="0" presId="urn:microsoft.com/office/officeart/2005/8/layout/vProcess5"/>
    <dgm:cxn modelId="{0B45BE02-C689-49BB-BFEA-A9D71C77D6BB}" type="presParOf" srcId="{C664275B-3687-46B8-A07C-17EDA739EE34}" destId="{C1CF466C-3F30-478A-BCDA-261092F4BCF9}" srcOrd="7" destOrd="0" presId="urn:microsoft.com/office/officeart/2005/8/layout/vProcess5"/>
    <dgm:cxn modelId="{F9B0BA87-D94C-4595-8818-66BB5360FB03}" type="presParOf" srcId="{C664275B-3687-46B8-A07C-17EDA739EE34}" destId="{D1F6F18B-66BE-4E47-81F2-967EA1DCCB24}" srcOrd="8" destOrd="0" presId="urn:microsoft.com/office/officeart/2005/8/layout/vProcess5"/>
    <dgm:cxn modelId="{20E87CE2-A6DC-4C73-AD59-F030F47DE1C9}" type="presParOf" srcId="{C664275B-3687-46B8-A07C-17EDA739EE34}" destId="{8D4C03B3-D653-40BE-8FAE-5EA2A7304B62}" srcOrd="9" destOrd="0" presId="urn:microsoft.com/office/officeart/2005/8/layout/vProcess5"/>
    <dgm:cxn modelId="{A49B9B4D-02BD-4A72-B52F-2176842832AD}" type="presParOf" srcId="{C664275B-3687-46B8-A07C-17EDA739EE34}" destId="{80A80EBF-E606-439D-B18B-B8E9F4B0D93E}" srcOrd="10" destOrd="0" presId="urn:microsoft.com/office/officeart/2005/8/layout/vProcess5"/>
    <dgm:cxn modelId="{B5D5E4E1-04AA-44EA-B8D7-827CD750F40A}" type="presParOf" srcId="{C664275B-3687-46B8-A07C-17EDA739EE34}" destId="{F781D0C5-A311-4ADC-96DB-FF9AA7635CB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BB41F8-2956-49AA-BE5F-358CF51A6B1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DD4411-4FB3-462E-9521-DD57FE44BC82}">
      <dgm:prSet/>
      <dgm:spPr/>
      <dgm:t>
        <a:bodyPr/>
        <a:lstStyle/>
        <a:p>
          <a:r>
            <a:rPr lang="en-US"/>
            <a:t>Parent starts Kid Mode</a:t>
          </a:r>
        </a:p>
      </dgm:t>
    </dgm:pt>
    <dgm:pt modelId="{91C932DF-872A-4FB5-BF84-1D3DF3B9AF9C}" type="parTrans" cxnId="{7869EB65-D5AA-4DEF-9A2B-95BE830CAE28}">
      <dgm:prSet/>
      <dgm:spPr/>
      <dgm:t>
        <a:bodyPr/>
        <a:lstStyle/>
        <a:p>
          <a:endParaRPr lang="en-US"/>
        </a:p>
      </dgm:t>
    </dgm:pt>
    <dgm:pt modelId="{01C48F1A-A85B-489D-BEF6-C6D3D75D2C63}" type="sibTrans" cxnId="{7869EB65-D5AA-4DEF-9A2B-95BE830CAE28}">
      <dgm:prSet/>
      <dgm:spPr/>
      <dgm:t>
        <a:bodyPr/>
        <a:lstStyle/>
        <a:p>
          <a:endParaRPr lang="en-US"/>
        </a:p>
      </dgm:t>
    </dgm:pt>
    <dgm:pt modelId="{FF16099D-7FEF-4C44-9B8A-F20C43B7F5C3}">
      <dgm:prSet/>
      <dgm:spPr/>
      <dgm:t>
        <a:bodyPr/>
        <a:lstStyle/>
        <a:p>
          <a:r>
            <a:rPr lang="en-US"/>
            <a:t>Kid views assigned tasks</a:t>
          </a:r>
        </a:p>
      </dgm:t>
    </dgm:pt>
    <dgm:pt modelId="{427A033F-B105-45F7-AC0E-B8E73AF807E0}" type="parTrans" cxnId="{3F1D48BC-28DA-4B2C-A4A9-6C053EB53642}">
      <dgm:prSet/>
      <dgm:spPr/>
      <dgm:t>
        <a:bodyPr/>
        <a:lstStyle/>
        <a:p>
          <a:endParaRPr lang="en-US"/>
        </a:p>
      </dgm:t>
    </dgm:pt>
    <dgm:pt modelId="{9C30B05C-29FD-4D1E-B426-30E36783587A}" type="sibTrans" cxnId="{3F1D48BC-28DA-4B2C-A4A9-6C053EB53642}">
      <dgm:prSet/>
      <dgm:spPr/>
      <dgm:t>
        <a:bodyPr/>
        <a:lstStyle/>
        <a:p>
          <a:endParaRPr lang="en-US"/>
        </a:p>
      </dgm:t>
    </dgm:pt>
    <dgm:pt modelId="{F254CCBA-F5B4-4F9F-87F4-97DF06F64066}">
      <dgm:prSet/>
      <dgm:spPr/>
      <dgm:t>
        <a:bodyPr/>
        <a:lstStyle/>
        <a:p>
          <a:r>
            <a:rPr lang="en-US"/>
            <a:t>Kid completes tasks</a:t>
          </a:r>
        </a:p>
      </dgm:t>
    </dgm:pt>
    <dgm:pt modelId="{6A8B63CC-28BE-477C-A810-7B5F1E8DEC92}" type="parTrans" cxnId="{4B09400C-F9C5-4C71-BEDB-7D54E1CC3049}">
      <dgm:prSet/>
      <dgm:spPr/>
      <dgm:t>
        <a:bodyPr/>
        <a:lstStyle/>
        <a:p>
          <a:endParaRPr lang="en-US"/>
        </a:p>
      </dgm:t>
    </dgm:pt>
    <dgm:pt modelId="{09699396-D53A-421E-8CF4-310104D2FDD4}" type="sibTrans" cxnId="{4B09400C-F9C5-4C71-BEDB-7D54E1CC3049}">
      <dgm:prSet/>
      <dgm:spPr/>
      <dgm:t>
        <a:bodyPr/>
        <a:lstStyle/>
        <a:p>
          <a:endParaRPr lang="en-US"/>
        </a:p>
      </dgm:t>
    </dgm:pt>
    <dgm:pt modelId="{1E7D09D2-9ED9-4101-888A-EC366C24C75B}">
      <dgm:prSet/>
      <dgm:spPr/>
      <dgm:t>
        <a:bodyPr/>
        <a:lstStyle/>
        <a:p>
          <a:r>
            <a:rPr lang="en-US"/>
            <a:t>Kid redeems rewards</a:t>
          </a:r>
        </a:p>
      </dgm:t>
    </dgm:pt>
    <dgm:pt modelId="{692A07ED-34FA-4D2B-88CF-41EAE5EF36FC}" type="parTrans" cxnId="{EBCA88AF-D8FD-4E83-B656-545C64A86A40}">
      <dgm:prSet/>
      <dgm:spPr/>
      <dgm:t>
        <a:bodyPr/>
        <a:lstStyle/>
        <a:p>
          <a:endParaRPr lang="en-US"/>
        </a:p>
      </dgm:t>
    </dgm:pt>
    <dgm:pt modelId="{F5683CDE-5515-4834-BECD-E271885B87B4}" type="sibTrans" cxnId="{EBCA88AF-D8FD-4E83-B656-545C64A86A40}">
      <dgm:prSet/>
      <dgm:spPr/>
      <dgm:t>
        <a:bodyPr/>
        <a:lstStyle/>
        <a:p>
          <a:endParaRPr lang="en-US"/>
        </a:p>
      </dgm:t>
    </dgm:pt>
    <dgm:pt modelId="{FC03E251-66CA-4A2F-884E-9625F7FBB4A6}" type="pres">
      <dgm:prSet presAssocID="{DBBB41F8-2956-49AA-BE5F-358CF51A6B1B}" presName="outerComposite" presStyleCnt="0">
        <dgm:presLayoutVars>
          <dgm:chMax val="5"/>
          <dgm:dir/>
          <dgm:resizeHandles val="exact"/>
        </dgm:presLayoutVars>
      </dgm:prSet>
      <dgm:spPr/>
    </dgm:pt>
    <dgm:pt modelId="{638A97CF-3BBC-41D0-9A64-DDD742BB80EA}" type="pres">
      <dgm:prSet presAssocID="{DBBB41F8-2956-49AA-BE5F-358CF51A6B1B}" presName="dummyMaxCanvas" presStyleCnt="0">
        <dgm:presLayoutVars/>
      </dgm:prSet>
      <dgm:spPr/>
    </dgm:pt>
    <dgm:pt modelId="{99C6C363-D9FD-4A0B-83F8-47BC82AB2520}" type="pres">
      <dgm:prSet presAssocID="{DBBB41F8-2956-49AA-BE5F-358CF51A6B1B}" presName="FourNodes_1" presStyleLbl="node1" presStyleIdx="0" presStyleCnt="4">
        <dgm:presLayoutVars>
          <dgm:bulletEnabled val="1"/>
        </dgm:presLayoutVars>
      </dgm:prSet>
      <dgm:spPr/>
    </dgm:pt>
    <dgm:pt modelId="{2F127115-9B9D-4180-B301-8A379C3C5608}" type="pres">
      <dgm:prSet presAssocID="{DBBB41F8-2956-49AA-BE5F-358CF51A6B1B}" presName="FourNodes_2" presStyleLbl="node1" presStyleIdx="1" presStyleCnt="4">
        <dgm:presLayoutVars>
          <dgm:bulletEnabled val="1"/>
        </dgm:presLayoutVars>
      </dgm:prSet>
      <dgm:spPr/>
    </dgm:pt>
    <dgm:pt modelId="{03ABBAF0-475A-4F30-BE0A-9DF31642161B}" type="pres">
      <dgm:prSet presAssocID="{DBBB41F8-2956-49AA-BE5F-358CF51A6B1B}" presName="FourNodes_3" presStyleLbl="node1" presStyleIdx="2" presStyleCnt="4">
        <dgm:presLayoutVars>
          <dgm:bulletEnabled val="1"/>
        </dgm:presLayoutVars>
      </dgm:prSet>
      <dgm:spPr/>
    </dgm:pt>
    <dgm:pt modelId="{3FEE6D68-AB14-4806-8D44-7FBD68D5A615}" type="pres">
      <dgm:prSet presAssocID="{DBBB41F8-2956-49AA-BE5F-358CF51A6B1B}" presName="FourNodes_4" presStyleLbl="node1" presStyleIdx="3" presStyleCnt="4">
        <dgm:presLayoutVars>
          <dgm:bulletEnabled val="1"/>
        </dgm:presLayoutVars>
      </dgm:prSet>
      <dgm:spPr/>
    </dgm:pt>
    <dgm:pt modelId="{8DAFADDD-58D0-4C53-8190-7C57E7149226}" type="pres">
      <dgm:prSet presAssocID="{DBBB41F8-2956-49AA-BE5F-358CF51A6B1B}" presName="FourConn_1-2" presStyleLbl="fgAccFollowNode1" presStyleIdx="0" presStyleCnt="3">
        <dgm:presLayoutVars>
          <dgm:bulletEnabled val="1"/>
        </dgm:presLayoutVars>
      </dgm:prSet>
      <dgm:spPr/>
    </dgm:pt>
    <dgm:pt modelId="{279020B3-A0BC-4DEC-A031-64E62578ADBC}" type="pres">
      <dgm:prSet presAssocID="{DBBB41F8-2956-49AA-BE5F-358CF51A6B1B}" presName="FourConn_2-3" presStyleLbl="fgAccFollowNode1" presStyleIdx="1" presStyleCnt="3">
        <dgm:presLayoutVars>
          <dgm:bulletEnabled val="1"/>
        </dgm:presLayoutVars>
      </dgm:prSet>
      <dgm:spPr/>
    </dgm:pt>
    <dgm:pt modelId="{4DA33D69-F0A2-46CB-81AA-88A0891E2444}" type="pres">
      <dgm:prSet presAssocID="{DBBB41F8-2956-49AA-BE5F-358CF51A6B1B}" presName="FourConn_3-4" presStyleLbl="fgAccFollowNode1" presStyleIdx="2" presStyleCnt="3">
        <dgm:presLayoutVars>
          <dgm:bulletEnabled val="1"/>
        </dgm:presLayoutVars>
      </dgm:prSet>
      <dgm:spPr/>
    </dgm:pt>
    <dgm:pt modelId="{7EBDE382-B19B-414F-B07F-1DF864A7FDA6}" type="pres">
      <dgm:prSet presAssocID="{DBBB41F8-2956-49AA-BE5F-358CF51A6B1B}" presName="FourNodes_1_text" presStyleLbl="node1" presStyleIdx="3" presStyleCnt="4">
        <dgm:presLayoutVars>
          <dgm:bulletEnabled val="1"/>
        </dgm:presLayoutVars>
      </dgm:prSet>
      <dgm:spPr/>
    </dgm:pt>
    <dgm:pt modelId="{B2A800B8-D50A-4205-BC0E-12512BD28B67}" type="pres">
      <dgm:prSet presAssocID="{DBBB41F8-2956-49AA-BE5F-358CF51A6B1B}" presName="FourNodes_2_text" presStyleLbl="node1" presStyleIdx="3" presStyleCnt="4">
        <dgm:presLayoutVars>
          <dgm:bulletEnabled val="1"/>
        </dgm:presLayoutVars>
      </dgm:prSet>
      <dgm:spPr/>
    </dgm:pt>
    <dgm:pt modelId="{78C8D173-B526-489B-A2DF-D77AE18DCD2E}" type="pres">
      <dgm:prSet presAssocID="{DBBB41F8-2956-49AA-BE5F-358CF51A6B1B}" presName="FourNodes_3_text" presStyleLbl="node1" presStyleIdx="3" presStyleCnt="4">
        <dgm:presLayoutVars>
          <dgm:bulletEnabled val="1"/>
        </dgm:presLayoutVars>
      </dgm:prSet>
      <dgm:spPr/>
    </dgm:pt>
    <dgm:pt modelId="{3B6E4FD0-6676-4949-8AE0-5C2079236D0A}" type="pres">
      <dgm:prSet presAssocID="{DBBB41F8-2956-49AA-BE5F-358CF51A6B1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97A6807-DAD5-4B5E-8048-ECD993D5C7EF}" type="presOf" srcId="{64DD4411-4FB3-462E-9521-DD57FE44BC82}" destId="{7EBDE382-B19B-414F-B07F-1DF864A7FDA6}" srcOrd="1" destOrd="0" presId="urn:microsoft.com/office/officeart/2005/8/layout/vProcess5"/>
    <dgm:cxn modelId="{4B09400C-F9C5-4C71-BEDB-7D54E1CC3049}" srcId="{DBBB41F8-2956-49AA-BE5F-358CF51A6B1B}" destId="{F254CCBA-F5B4-4F9F-87F4-97DF06F64066}" srcOrd="2" destOrd="0" parTransId="{6A8B63CC-28BE-477C-A810-7B5F1E8DEC92}" sibTransId="{09699396-D53A-421E-8CF4-310104D2FDD4}"/>
    <dgm:cxn modelId="{678AF40D-AACB-4325-A51B-82849AE6FE6A}" type="presOf" srcId="{64DD4411-4FB3-462E-9521-DD57FE44BC82}" destId="{99C6C363-D9FD-4A0B-83F8-47BC82AB2520}" srcOrd="0" destOrd="0" presId="urn:microsoft.com/office/officeart/2005/8/layout/vProcess5"/>
    <dgm:cxn modelId="{9AA9D920-FD72-44CF-9033-AA77318311C5}" type="presOf" srcId="{FF16099D-7FEF-4C44-9B8A-F20C43B7F5C3}" destId="{2F127115-9B9D-4180-B301-8A379C3C5608}" srcOrd="0" destOrd="0" presId="urn:microsoft.com/office/officeart/2005/8/layout/vProcess5"/>
    <dgm:cxn modelId="{55D2BA25-5375-42A0-A156-4ACBC0A6CAD4}" type="presOf" srcId="{1E7D09D2-9ED9-4101-888A-EC366C24C75B}" destId="{3B6E4FD0-6676-4949-8AE0-5C2079236D0A}" srcOrd="1" destOrd="0" presId="urn:microsoft.com/office/officeart/2005/8/layout/vProcess5"/>
    <dgm:cxn modelId="{5242FB61-2FDA-43AD-A780-655F04FADA9F}" type="presOf" srcId="{F254CCBA-F5B4-4F9F-87F4-97DF06F64066}" destId="{03ABBAF0-475A-4F30-BE0A-9DF31642161B}" srcOrd="0" destOrd="0" presId="urn:microsoft.com/office/officeart/2005/8/layout/vProcess5"/>
    <dgm:cxn modelId="{7869EB65-D5AA-4DEF-9A2B-95BE830CAE28}" srcId="{DBBB41F8-2956-49AA-BE5F-358CF51A6B1B}" destId="{64DD4411-4FB3-462E-9521-DD57FE44BC82}" srcOrd="0" destOrd="0" parTransId="{91C932DF-872A-4FB5-BF84-1D3DF3B9AF9C}" sibTransId="{01C48F1A-A85B-489D-BEF6-C6D3D75D2C63}"/>
    <dgm:cxn modelId="{EA4FC656-0A08-4778-AD91-A356C9247B40}" type="presOf" srcId="{09699396-D53A-421E-8CF4-310104D2FDD4}" destId="{4DA33D69-F0A2-46CB-81AA-88A0891E2444}" srcOrd="0" destOrd="0" presId="urn:microsoft.com/office/officeart/2005/8/layout/vProcess5"/>
    <dgm:cxn modelId="{87EB435A-9CE9-4DB5-916B-550748588646}" type="presOf" srcId="{01C48F1A-A85B-489D-BEF6-C6D3D75D2C63}" destId="{8DAFADDD-58D0-4C53-8190-7C57E7149226}" srcOrd="0" destOrd="0" presId="urn:microsoft.com/office/officeart/2005/8/layout/vProcess5"/>
    <dgm:cxn modelId="{EBCA88AF-D8FD-4E83-B656-545C64A86A40}" srcId="{DBBB41F8-2956-49AA-BE5F-358CF51A6B1B}" destId="{1E7D09D2-9ED9-4101-888A-EC366C24C75B}" srcOrd="3" destOrd="0" parTransId="{692A07ED-34FA-4D2B-88CF-41EAE5EF36FC}" sibTransId="{F5683CDE-5515-4834-BECD-E271885B87B4}"/>
    <dgm:cxn modelId="{88962BB8-FD9C-4E7A-8791-55FB90106E4C}" type="presOf" srcId="{9C30B05C-29FD-4D1E-B426-30E36783587A}" destId="{279020B3-A0BC-4DEC-A031-64E62578ADBC}" srcOrd="0" destOrd="0" presId="urn:microsoft.com/office/officeart/2005/8/layout/vProcess5"/>
    <dgm:cxn modelId="{3F1D48BC-28DA-4B2C-A4A9-6C053EB53642}" srcId="{DBBB41F8-2956-49AA-BE5F-358CF51A6B1B}" destId="{FF16099D-7FEF-4C44-9B8A-F20C43B7F5C3}" srcOrd="1" destOrd="0" parTransId="{427A033F-B105-45F7-AC0E-B8E73AF807E0}" sibTransId="{9C30B05C-29FD-4D1E-B426-30E36783587A}"/>
    <dgm:cxn modelId="{CE1583CD-80AF-4F86-B56D-08A053629820}" type="presOf" srcId="{1E7D09D2-9ED9-4101-888A-EC366C24C75B}" destId="{3FEE6D68-AB14-4806-8D44-7FBD68D5A615}" srcOrd="0" destOrd="0" presId="urn:microsoft.com/office/officeart/2005/8/layout/vProcess5"/>
    <dgm:cxn modelId="{1BD9D1E7-027C-4797-BE36-10DB2981AB4B}" type="presOf" srcId="{F254CCBA-F5B4-4F9F-87F4-97DF06F64066}" destId="{78C8D173-B526-489B-A2DF-D77AE18DCD2E}" srcOrd="1" destOrd="0" presId="urn:microsoft.com/office/officeart/2005/8/layout/vProcess5"/>
    <dgm:cxn modelId="{27271CF7-3A93-4E0E-BFEB-B4EE73DE7694}" type="presOf" srcId="{FF16099D-7FEF-4C44-9B8A-F20C43B7F5C3}" destId="{B2A800B8-D50A-4205-BC0E-12512BD28B67}" srcOrd="1" destOrd="0" presId="urn:microsoft.com/office/officeart/2005/8/layout/vProcess5"/>
    <dgm:cxn modelId="{D84C79F8-CA5E-4005-A405-5DDDF27EC303}" type="presOf" srcId="{DBBB41F8-2956-49AA-BE5F-358CF51A6B1B}" destId="{FC03E251-66CA-4A2F-884E-9625F7FBB4A6}" srcOrd="0" destOrd="0" presId="urn:microsoft.com/office/officeart/2005/8/layout/vProcess5"/>
    <dgm:cxn modelId="{14737D94-FE40-4B39-AD11-C3806807A525}" type="presParOf" srcId="{FC03E251-66CA-4A2F-884E-9625F7FBB4A6}" destId="{638A97CF-3BBC-41D0-9A64-DDD742BB80EA}" srcOrd="0" destOrd="0" presId="urn:microsoft.com/office/officeart/2005/8/layout/vProcess5"/>
    <dgm:cxn modelId="{8D62B3DB-81F1-4F71-B276-61777813797F}" type="presParOf" srcId="{FC03E251-66CA-4A2F-884E-9625F7FBB4A6}" destId="{99C6C363-D9FD-4A0B-83F8-47BC82AB2520}" srcOrd="1" destOrd="0" presId="urn:microsoft.com/office/officeart/2005/8/layout/vProcess5"/>
    <dgm:cxn modelId="{DD4A79AF-C548-4FE6-B45F-1F402887EE07}" type="presParOf" srcId="{FC03E251-66CA-4A2F-884E-9625F7FBB4A6}" destId="{2F127115-9B9D-4180-B301-8A379C3C5608}" srcOrd="2" destOrd="0" presId="urn:microsoft.com/office/officeart/2005/8/layout/vProcess5"/>
    <dgm:cxn modelId="{F03114C2-2CD3-4C03-B548-F3583A031EE6}" type="presParOf" srcId="{FC03E251-66CA-4A2F-884E-9625F7FBB4A6}" destId="{03ABBAF0-475A-4F30-BE0A-9DF31642161B}" srcOrd="3" destOrd="0" presId="urn:microsoft.com/office/officeart/2005/8/layout/vProcess5"/>
    <dgm:cxn modelId="{F56DA986-A3FA-4D5B-9EF1-3917DD71BFEC}" type="presParOf" srcId="{FC03E251-66CA-4A2F-884E-9625F7FBB4A6}" destId="{3FEE6D68-AB14-4806-8D44-7FBD68D5A615}" srcOrd="4" destOrd="0" presId="urn:microsoft.com/office/officeart/2005/8/layout/vProcess5"/>
    <dgm:cxn modelId="{9AC57A87-7190-4F76-8E31-53E0B2F8EA24}" type="presParOf" srcId="{FC03E251-66CA-4A2F-884E-9625F7FBB4A6}" destId="{8DAFADDD-58D0-4C53-8190-7C57E7149226}" srcOrd="5" destOrd="0" presId="urn:microsoft.com/office/officeart/2005/8/layout/vProcess5"/>
    <dgm:cxn modelId="{4EB4B497-763B-4425-BAD9-8DE6A4EC3919}" type="presParOf" srcId="{FC03E251-66CA-4A2F-884E-9625F7FBB4A6}" destId="{279020B3-A0BC-4DEC-A031-64E62578ADBC}" srcOrd="6" destOrd="0" presId="urn:microsoft.com/office/officeart/2005/8/layout/vProcess5"/>
    <dgm:cxn modelId="{2FF0C21D-8A1D-4560-BBC9-634B101C8804}" type="presParOf" srcId="{FC03E251-66CA-4A2F-884E-9625F7FBB4A6}" destId="{4DA33D69-F0A2-46CB-81AA-88A0891E2444}" srcOrd="7" destOrd="0" presId="urn:microsoft.com/office/officeart/2005/8/layout/vProcess5"/>
    <dgm:cxn modelId="{5D3C6E97-02E1-40E8-AA46-A70E1472EE36}" type="presParOf" srcId="{FC03E251-66CA-4A2F-884E-9625F7FBB4A6}" destId="{7EBDE382-B19B-414F-B07F-1DF864A7FDA6}" srcOrd="8" destOrd="0" presId="urn:microsoft.com/office/officeart/2005/8/layout/vProcess5"/>
    <dgm:cxn modelId="{4F76423E-CCF4-488D-B6F1-B3A0B27330FC}" type="presParOf" srcId="{FC03E251-66CA-4A2F-884E-9625F7FBB4A6}" destId="{B2A800B8-D50A-4205-BC0E-12512BD28B67}" srcOrd="9" destOrd="0" presId="urn:microsoft.com/office/officeart/2005/8/layout/vProcess5"/>
    <dgm:cxn modelId="{9C96BF36-4205-419E-A52B-0D12543F98F8}" type="presParOf" srcId="{FC03E251-66CA-4A2F-884E-9625F7FBB4A6}" destId="{78C8D173-B526-489B-A2DF-D77AE18DCD2E}" srcOrd="10" destOrd="0" presId="urn:microsoft.com/office/officeart/2005/8/layout/vProcess5"/>
    <dgm:cxn modelId="{27578435-D86D-4266-8F4C-401E1D2A980D}" type="presParOf" srcId="{FC03E251-66CA-4A2F-884E-9625F7FBB4A6}" destId="{3B6E4FD0-6676-4949-8AE0-5C2079236D0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20DDCD-369E-449F-9059-B460B96C0AB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9AA0D7-531D-4A49-909B-FC6999417371}">
      <dgm:prSet/>
      <dgm:spPr/>
      <dgm:t>
        <a:bodyPr/>
        <a:lstStyle/>
        <a:p>
          <a:pPr>
            <a:defRPr cap="all"/>
          </a:pPr>
          <a:r>
            <a:rPr lang="en-US" b="1"/>
            <a:t>Points &amp; History</a:t>
          </a:r>
          <a:endParaRPr lang="en-US"/>
        </a:p>
      </dgm:t>
    </dgm:pt>
    <dgm:pt modelId="{9F406920-4C8D-4BBD-BFA2-78F4F2B649B9}" type="parTrans" cxnId="{99BC54F8-6005-47AD-8281-5F138E643B82}">
      <dgm:prSet/>
      <dgm:spPr/>
      <dgm:t>
        <a:bodyPr/>
        <a:lstStyle/>
        <a:p>
          <a:endParaRPr lang="en-US"/>
        </a:p>
      </dgm:t>
    </dgm:pt>
    <dgm:pt modelId="{8F133397-F682-4DB8-816E-FE398F2DA3EA}" type="sibTrans" cxnId="{99BC54F8-6005-47AD-8281-5F138E643B82}">
      <dgm:prSet/>
      <dgm:spPr/>
      <dgm:t>
        <a:bodyPr/>
        <a:lstStyle/>
        <a:p>
          <a:endParaRPr lang="en-US"/>
        </a:p>
      </dgm:t>
    </dgm:pt>
    <dgm:pt modelId="{E92BA11B-FF93-4C70-9141-C44E5FDF2623}">
      <dgm:prSet/>
      <dgm:spPr/>
      <dgm:t>
        <a:bodyPr/>
        <a:lstStyle/>
        <a:p>
          <a:pPr>
            <a:defRPr cap="all"/>
          </a:pPr>
          <a:r>
            <a:rPr lang="en-US"/>
            <a:t>Balance stored for fast reads</a:t>
          </a:r>
        </a:p>
      </dgm:t>
    </dgm:pt>
    <dgm:pt modelId="{B7A25D4E-9D03-412D-AFAA-2A481E055C3D}" type="parTrans" cxnId="{3AAF5ABE-C26D-4522-AC85-84E5A7371969}">
      <dgm:prSet/>
      <dgm:spPr/>
      <dgm:t>
        <a:bodyPr/>
        <a:lstStyle/>
        <a:p>
          <a:endParaRPr lang="en-US"/>
        </a:p>
      </dgm:t>
    </dgm:pt>
    <dgm:pt modelId="{03169F3D-88D6-4B73-9CAB-A2D8276D7C2B}" type="sibTrans" cxnId="{3AAF5ABE-C26D-4522-AC85-84E5A7371969}">
      <dgm:prSet/>
      <dgm:spPr/>
      <dgm:t>
        <a:bodyPr/>
        <a:lstStyle/>
        <a:p>
          <a:endParaRPr lang="en-US"/>
        </a:p>
      </dgm:t>
    </dgm:pt>
    <dgm:pt modelId="{8B841BEB-9D5A-4F5A-99C5-9ECD148059A5}">
      <dgm:prSet/>
      <dgm:spPr/>
      <dgm:t>
        <a:bodyPr/>
        <a:lstStyle/>
        <a:p>
          <a:pPr>
            <a:defRPr cap="all"/>
          </a:pPr>
          <a:r>
            <a:rPr lang="en-US"/>
            <a:t>Ledger stores full history</a:t>
          </a:r>
        </a:p>
      </dgm:t>
    </dgm:pt>
    <dgm:pt modelId="{FB6B70EC-3B5E-4B5C-9752-2B03DFE505D1}" type="parTrans" cxnId="{091964A5-A0BD-46F4-9DDE-39ECE1BF1F26}">
      <dgm:prSet/>
      <dgm:spPr/>
      <dgm:t>
        <a:bodyPr/>
        <a:lstStyle/>
        <a:p>
          <a:endParaRPr lang="en-US"/>
        </a:p>
      </dgm:t>
    </dgm:pt>
    <dgm:pt modelId="{64C560C5-8BD8-4035-895C-8B7AA13C9C9E}" type="sibTrans" cxnId="{091964A5-A0BD-46F4-9DDE-39ECE1BF1F26}">
      <dgm:prSet/>
      <dgm:spPr/>
      <dgm:t>
        <a:bodyPr/>
        <a:lstStyle/>
        <a:p>
          <a:endParaRPr lang="en-US"/>
        </a:p>
      </dgm:t>
    </dgm:pt>
    <dgm:pt modelId="{4CA158E2-F0A2-4D4C-B54E-E7C0BD2627AD}">
      <dgm:prSet/>
      <dgm:spPr/>
      <dgm:t>
        <a:bodyPr/>
        <a:lstStyle/>
        <a:p>
          <a:pPr>
            <a:defRPr cap="all"/>
          </a:pPr>
          <a:r>
            <a:rPr lang="en-US"/>
            <a:t>Earn and spend transactions tracked</a:t>
          </a:r>
        </a:p>
      </dgm:t>
    </dgm:pt>
    <dgm:pt modelId="{1D8FA516-8239-436F-BBF6-89A57E008EFD}" type="parTrans" cxnId="{96C67F68-4838-45B7-B7D0-4F6E21375D1D}">
      <dgm:prSet/>
      <dgm:spPr/>
      <dgm:t>
        <a:bodyPr/>
        <a:lstStyle/>
        <a:p>
          <a:endParaRPr lang="en-US"/>
        </a:p>
      </dgm:t>
    </dgm:pt>
    <dgm:pt modelId="{2949A703-D073-40EB-963B-065196E77F28}" type="sibTrans" cxnId="{96C67F68-4838-45B7-B7D0-4F6E21375D1D}">
      <dgm:prSet/>
      <dgm:spPr/>
      <dgm:t>
        <a:bodyPr/>
        <a:lstStyle/>
        <a:p>
          <a:endParaRPr lang="en-US"/>
        </a:p>
      </dgm:t>
    </dgm:pt>
    <dgm:pt modelId="{E61451E3-A44A-461C-8597-FFD311FD81D7}" type="pres">
      <dgm:prSet presAssocID="{BF20DDCD-369E-449F-9059-B460B96C0ABB}" presName="root" presStyleCnt="0">
        <dgm:presLayoutVars>
          <dgm:dir/>
          <dgm:resizeHandles val="exact"/>
        </dgm:presLayoutVars>
      </dgm:prSet>
      <dgm:spPr/>
    </dgm:pt>
    <dgm:pt modelId="{56F640AA-DEF4-4503-8C88-2AE50139D571}" type="pres">
      <dgm:prSet presAssocID="{EB9AA0D7-531D-4A49-909B-FC6999417371}" presName="compNode" presStyleCnt="0"/>
      <dgm:spPr/>
    </dgm:pt>
    <dgm:pt modelId="{84A98D92-DAE4-420B-AA35-D6A4F946DBCB}" type="pres">
      <dgm:prSet presAssocID="{EB9AA0D7-531D-4A49-909B-FC699941737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814F2F5-18DF-463C-9BB1-9465E61E92A0}" type="pres">
      <dgm:prSet presAssocID="{EB9AA0D7-531D-4A49-909B-FC69994173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EF1C5E8C-80C1-4DAE-993D-388296286438}" type="pres">
      <dgm:prSet presAssocID="{EB9AA0D7-531D-4A49-909B-FC6999417371}" presName="spaceRect" presStyleCnt="0"/>
      <dgm:spPr/>
    </dgm:pt>
    <dgm:pt modelId="{E608AE7D-5064-49E7-80F3-E75A115A2A21}" type="pres">
      <dgm:prSet presAssocID="{EB9AA0D7-531D-4A49-909B-FC6999417371}" presName="textRect" presStyleLbl="revTx" presStyleIdx="0" presStyleCnt="4">
        <dgm:presLayoutVars>
          <dgm:chMax val="1"/>
          <dgm:chPref val="1"/>
        </dgm:presLayoutVars>
      </dgm:prSet>
      <dgm:spPr/>
    </dgm:pt>
    <dgm:pt modelId="{86869B2F-7FC1-43E9-99B6-EA0B7957D630}" type="pres">
      <dgm:prSet presAssocID="{8F133397-F682-4DB8-816E-FE398F2DA3EA}" presName="sibTrans" presStyleCnt="0"/>
      <dgm:spPr/>
    </dgm:pt>
    <dgm:pt modelId="{7AF0ED75-CC34-4E4D-8D82-8981B9ED2943}" type="pres">
      <dgm:prSet presAssocID="{E92BA11B-FF93-4C70-9141-C44E5FDF2623}" presName="compNode" presStyleCnt="0"/>
      <dgm:spPr/>
    </dgm:pt>
    <dgm:pt modelId="{8A8F6662-6C43-4130-A704-ABC2B413E07D}" type="pres">
      <dgm:prSet presAssocID="{E92BA11B-FF93-4C70-9141-C44E5FDF262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07EE0EC-371A-40D3-8D7D-CD6D00757A3C}" type="pres">
      <dgm:prSet presAssocID="{E92BA11B-FF93-4C70-9141-C44E5FDF26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555822D-0470-4199-BABA-FDE5AFC9AF2A}" type="pres">
      <dgm:prSet presAssocID="{E92BA11B-FF93-4C70-9141-C44E5FDF2623}" presName="spaceRect" presStyleCnt="0"/>
      <dgm:spPr/>
    </dgm:pt>
    <dgm:pt modelId="{4CAAF7E0-40EA-42CD-B75D-3999B5DC2D6D}" type="pres">
      <dgm:prSet presAssocID="{E92BA11B-FF93-4C70-9141-C44E5FDF2623}" presName="textRect" presStyleLbl="revTx" presStyleIdx="1" presStyleCnt="4">
        <dgm:presLayoutVars>
          <dgm:chMax val="1"/>
          <dgm:chPref val="1"/>
        </dgm:presLayoutVars>
      </dgm:prSet>
      <dgm:spPr/>
    </dgm:pt>
    <dgm:pt modelId="{B0D4FB56-FCBD-4675-8827-97E314520F82}" type="pres">
      <dgm:prSet presAssocID="{03169F3D-88D6-4B73-9CAB-A2D8276D7C2B}" presName="sibTrans" presStyleCnt="0"/>
      <dgm:spPr/>
    </dgm:pt>
    <dgm:pt modelId="{34FA6C38-FD9B-4303-B911-FC4699D00272}" type="pres">
      <dgm:prSet presAssocID="{8B841BEB-9D5A-4F5A-99C5-9ECD148059A5}" presName="compNode" presStyleCnt="0"/>
      <dgm:spPr/>
    </dgm:pt>
    <dgm:pt modelId="{69CC2709-D121-4298-84EC-853DAC257233}" type="pres">
      <dgm:prSet presAssocID="{8B841BEB-9D5A-4F5A-99C5-9ECD148059A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F1C198-F513-4B04-879A-EF4DFA701C63}" type="pres">
      <dgm:prSet presAssocID="{8B841BEB-9D5A-4F5A-99C5-9ECD148059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748CB30-3859-4065-A503-4E616B5E1F9D}" type="pres">
      <dgm:prSet presAssocID="{8B841BEB-9D5A-4F5A-99C5-9ECD148059A5}" presName="spaceRect" presStyleCnt="0"/>
      <dgm:spPr/>
    </dgm:pt>
    <dgm:pt modelId="{421BD1EF-9F05-4B0D-806E-1FE7A34C0EE5}" type="pres">
      <dgm:prSet presAssocID="{8B841BEB-9D5A-4F5A-99C5-9ECD148059A5}" presName="textRect" presStyleLbl="revTx" presStyleIdx="2" presStyleCnt="4">
        <dgm:presLayoutVars>
          <dgm:chMax val="1"/>
          <dgm:chPref val="1"/>
        </dgm:presLayoutVars>
      </dgm:prSet>
      <dgm:spPr/>
    </dgm:pt>
    <dgm:pt modelId="{8A09A1DD-D421-473F-A5FB-4E1C5274584A}" type="pres">
      <dgm:prSet presAssocID="{64C560C5-8BD8-4035-895C-8B7AA13C9C9E}" presName="sibTrans" presStyleCnt="0"/>
      <dgm:spPr/>
    </dgm:pt>
    <dgm:pt modelId="{C3D083B1-D3A4-4B7D-A7CD-A815E162E2EB}" type="pres">
      <dgm:prSet presAssocID="{4CA158E2-F0A2-4D4C-B54E-E7C0BD2627AD}" presName="compNode" presStyleCnt="0"/>
      <dgm:spPr/>
    </dgm:pt>
    <dgm:pt modelId="{72A6B5AC-6C48-4476-B2D2-92FAAD796F85}" type="pres">
      <dgm:prSet presAssocID="{4CA158E2-F0A2-4D4C-B54E-E7C0BD2627A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321C48-E387-45DC-ADF6-35CD61904BDC}" type="pres">
      <dgm:prSet presAssocID="{4CA158E2-F0A2-4D4C-B54E-E7C0BD2627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7B525EB-3A61-4B36-A111-0010EA08106B}" type="pres">
      <dgm:prSet presAssocID="{4CA158E2-F0A2-4D4C-B54E-E7C0BD2627AD}" presName="spaceRect" presStyleCnt="0"/>
      <dgm:spPr/>
    </dgm:pt>
    <dgm:pt modelId="{94C315AF-1103-42D4-8A3F-22629BEF05B7}" type="pres">
      <dgm:prSet presAssocID="{4CA158E2-F0A2-4D4C-B54E-E7C0BD2627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82B305-9E33-4285-9809-6F4EB0C02855}" type="presOf" srcId="{BF20DDCD-369E-449F-9059-B460B96C0ABB}" destId="{E61451E3-A44A-461C-8597-FFD311FD81D7}" srcOrd="0" destOrd="0" presId="urn:microsoft.com/office/officeart/2018/5/layout/IconLeafLabelList"/>
    <dgm:cxn modelId="{D980D620-3852-48B7-A693-FD7C1C380C48}" type="presOf" srcId="{EB9AA0D7-531D-4A49-909B-FC6999417371}" destId="{E608AE7D-5064-49E7-80F3-E75A115A2A21}" srcOrd="0" destOrd="0" presId="urn:microsoft.com/office/officeart/2018/5/layout/IconLeafLabelList"/>
    <dgm:cxn modelId="{BFBD653D-38E2-4E74-8828-CF50A69DD52E}" type="presOf" srcId="{4CA158E2-F0A2-4D4C-B54E-E7C0BD2627AD}" destId="{94C315AF-1103-42D4-8A3F-22629BEF05B7}" srcOrd="0" destOrd="0" presId="urn:microsoft.com/office/officeart/2018/5/layout/IconLeafLabelList"/>
    <dgm:cxn modelId="{C1289047-F870-4B8A-AEA4-D7A4D14D5C66}" type="presOf" srcId="{8B841BEB-9D5A-4F5A-99C5-9ECD148059A5}" destId="{421BD1EF-9F05-4B0D-806E-1FE7A34C0EE5}" srcOrd="0" destOrd="0" presId="urn:microsoft.com/office/officeart/2018/5/layout/IconLeafLabelList"/>
    <dgm:cxn modelId="{96C67F68-4838-45B7-B7D0-4F6E21375D1D}" srcId="{BF20DDCD-369E-449F-9059-B460B96C0ABB}" destId="{4CA158E2-F0A2-4D4C-B54E-E7C0BD2627AD}" srcOrd="3" destOrd="0" parTransId="{1D8FA516-8239-436F-BBF6-89A57E008EFD}" sibTransId="{2949A703-D073-40EB-963B-065196E77F28}"/>
    <dgm:cxn modelId="{091964A5-A0BD-46F4-9DDE-39ECE1BF1F26}" srcId="{BF20DDCD-369E-449F-9059-B460B96C0ABB}" destId="{8B841BEB-9D5A-4F5A-99C5-9ECD148059A5}" srcOrd="2" destOrd="0" parTransId="{FB6B70EC-3B5E-4B5C-9752-2B03DFE505D1}" sibTransId="{64C560C5-8BD8-4035-895C-8B7AA13C9C9E}"/>
    <dgm:cxn modelId="{07DD28B5-84BB-4BC9-A845-D4203D599D82}" type="presOf" srcId="{E92BA11B-FF93-4C70-9141-C44E5FDF2623}" destId="{4CAAF7E0-40EA-42CD-B75D-3999B5DC2D6D}" srcOrd="0" destOrd="0" presId="urn:microsoft.com/office/officeart/2018/5/layout/IconLeafLabelList"/>
    <dgm:cxn modelId="{3AAF5ABE-C26D-4522-AC85-84E5A7371969}" srcId="{BF20DDCD-369E-449F-9059-B460B96C0ABB}" destId="{E92BA11B-FF93-4C70-9141-C44E5FDF2623}" srcOrd="1" destOrd="0" parTransId="{B7A25D4E-9D03-412D-AFAA-2A481E055C3D}" sibTransId="{03169F3D-88D6-4B73-9CAB-A2D8276D7C2B}"/>
    <dgm:cxn modelId="{99BC54F8-6005-47AD-8281-5F138E643B82}" srcId="{BF20DDCD-369E-449F-9059-B460B96C0ABB}" destId="{EB9AA0D7-531D-4A49-909B-FC6999417371}" srcOrd="0" destOrd="0" parTransId="{9F406920-4C8D-4BBD-BFA2-78F4F2B649B9}" sibTransId="{8F133397-F682-4DB8-816E-FE398F2DA3EA}"/>
    <dgm:cxn modelId="{10C471E9-35F0-4D31-9225-791C1C6B4166}" type="presParOf" srcId="{E61451E3-A44A-461C-8597-FFD311FD81D7}" destId="{56F640AA-DEF4-4503-8C88-2AE50139D571}" srcOrd="0" destOrd="0" presId="urn:microsoft.com/office/officeart/2018/5/layout/IconLeafLabelList"/>
    <dgm:cxn modelId="{ED440949-8EF6-4FBE-A82F-B77DFF547ABA}" type="presParOf" srcId="{56F640AA-DEF4-4503-8C88-2AE50139D571}" destId="{84A98D92-DAE4-420B-AA35-D6A4F946DBCB}" srcOrd="0" destOrd="0" presId="urn:microsoft.com/office/officeart/2018/5/layout/IconLeafLabelList"/>
    <dgm:cxn modelId="{E0BB300C-7A64-4CF1-95BA-5B8D10904EC8}" type="presParOf" srcId="{56F640AA-DEF4-4503-8C88-2AE50139D571}" destId="{3814F2F5-18DF-463C-9BB1-9465E61E92A0}" srcOrd="1" destOrd="0" presId="urn:microsoft.com/office/officeart/2018/5/layout/IconLeafLabelList"/>
    <dgm:cxn modelId="{7E446AF7-A2F8-4446-8DF6-8D7B3DBFD832}" type="presParOf" srcId="{56F640AA-DEF4-4503-8C88-2AE50139D571}" destId="{EF1C5E8C-80C1-4DAE-993D-388296286438}" srcOrd="2" destOrd="0" presId="urn:microsoft.com/office/officeart/2018/5/layout/IconLeafLabelList"/>
    <dgm:cxn modelId="{6A4B6E34-608B-43D3-AC49-9BECF4753026}" type="presParOf" srcId="{56F640AA-DEF4-4503-8C88-2AE50139D571}" destId="{E608AE7D-5064-49E7-80F3-E75A115A2A21}" srcOrd="3" destOrd="0" presId="urn:microsoft.com/office/officeart/2018/5/layout/IconLeafLabelList"/>
    <dgm:cxn modelId="{D90E30C8-035D-4E63-A24A-0A134EE41BC0}" type="presParOf" srcId="{E61451E3-A44A-461C-8597-FFD311FD81D7}" destId="{86869B2F-7FC1-43E9-99B6-EA0B7957D630}" srcOrd="1" destOrd="0" presId="urn:microsoft.com/office/officeart/2018/5/layout/IconLeafLabelList"/>
    <dgm:cxn modelId="{9B8C5963-D33E-4C1D-94E0-DE7DAD77E14D}" type="presParOf" srcId="{E61451E3-A44A-461C-8597-FFD311FD81D7}" destId="{7AF0ED75-CC34-4E4D-8D82-8981B9ED2943}" srcOrd="2" destOrd="0" presId="urn:microsoft.com/office/officeart/2018/5/layout/IconLeafLabelList"/>
    <dgm:cxn modelId="{96ACA873-0BA9-41B7-A7D8-0916228309F3}" type="presParOf" srcId="{7AF0ED75-CC34-4E4D-8D82-8981B9ED2943}" destId="{8A8F6662-6C43-4130-A704-ABC2B413E07D}" srcOrd="0" destOrd="0" presId="urn:microsoft.com/office/officeart/2018/5/layout/IconLeafLabelList"/>
    <dgm:cxn modelId="{1A0A60DB-C407-4A7A-AA74-3A0FE852CE76}" type="presParOf" srcId="{7AF0ED75-CC34-4E4D-8D82-8981B9ED2943}" destId="{507EE0EC-371A-40D3-8D7D-CD6D00757A3C}" srcOrd="1" destOrd="0" presId="urn:microsoft.com/office/officeart/2018/5/layout/IconLeafLabelList"/>
    <dgm:cxn modelId="{6FD1FCEF-E2B1-4B9B-8068-7E24E7620AFE}" type="presParOf" srcId="{7AF0ED75-CC34-4E4D-8D82-8981B9ED2943}" destId="{5555822D-0470-4199-BABA-FDE5AFC9AF2A}" srcOrd="2" destOrd="0" presId="urn:microsoft.com/office/officeart/2018/5/layout/IconLeafLabelList"/>
    <dgm:cxn modelId="{22C22FBE-FB32-431A-AC97-741491E5C90A}" type="presParOf" srcId="{7AF0ED75-CC34-4E4D-8D82-8981B9ED2943}" destId="{4CAAF7E0-40EA-42CD-B75D-3999B5DC2D6D}" srcOrd="3" destOrd="0" presId="urn:microsoft.com/office/officeart/2018/5/layout/IconLeafLabelList"/>
    <dgm:cxn modelId="{725B4445-2F60-4AB0-A9D1-726762F33175}" type="presParOf" srcId="{E61451E3-A44A-461C-8597-FFD311FD81D7}" destId="{B0D4FB56-FCBD-4675-8827-97E314520F82}" srcOrd="3" destOrd="0" presId="urn:microsoft.com/office/officeart/2018/5/layout/IconLeafLabelList"/>
    <dgm:cxn modelId="{C766B371-B218-4523-9759-C92DD5A45327}" type="presParOf" srcId="{E61451E3-A44A-461C-8597-FFD311FD81D7}" destId="{34FA6C38-FD9B-4303-B911-FC4699D00272}" srcOrd="4" destOrd="0" presId="urn:microsoft.com/office/officeart/2018/5/layout/IconLeafLabelList"/>
    <dgm:cxn modelId="{13147DA2-359C-49DA-9D6C-F8152D144322}" type="presParOf" srcId="{34FA6C38-FD9B-4303-B911-FC4699D00272}" destId="{69CC2709-D121-4298-84EC-853DAC257233}" srcOrd="0" destOrd="0" presId="urn:microsoft.com/office/officeart/2018/5/layout/IconLeafLabelList"/>
    <dgm:cxn modelId="{5852D579-8509-4C3A-BD6E-F70A7050EABC}" type="presParOf" srcId="{34FA6C38-FD9B-4303-B911-FC4699D00272}" destId="{7AF1C198-F513-4B04-879A-EF4DFA701C63}" srcOrd="1" destOrd="0" presId="urn:microsoft.com/office/officeart/2018/5/layout/IconLeafLabelList"/>
    <dgm:cxn modelId="{175C8A66-7338-4D0D-873E-D02043036246}" type="presParOf" srcId="{34FA6C38-FD9B-4303-B911-FC4699D00272}" destId="{2748CB30-3859-4065-A503-4E616B5E1F9D}" srcOrd="2" destOrd="0" presId="urn:microsoft.com/office/officeart/2018/5/layout/IconLeafLabelList"/>
    <dgm:cxn modelId="{D0588CE2-9F80-4D9B-B0C9-50F420CB8E3E}" type="presParOf" srcId="{34FA6C38-FD9B-4303-B911-FC4699D00272}" destId="{421BD1EF-9F05-4B0D-806E-1FE7A34C0EE5}" srcOrd="3" destOrd="0" presId="urn:microsoft.com/office/officeart/2018/5/layout/IconLeafLabelList"/>
    <dgm:cxn modelId="{65B81226-ECD6-4CEF-86C6-150D8CACA12B}" type="presParOf" srcId="{E61451E3-A44A-461C-8597-FFD311FD81D7}" destId="{8A09A1DD-D421-473F-A5FB-4E1C5274584A}" srcOrd="5" destOrd="0" presId="urn:microsoft.com/office/officeart/2018/5/layout/IconLeafLabelList"/>
    <dgm:cxn modelId="{ABA8616D-24ED-4723-AF04-31C836571488}" type="presParOf" srcId="{E61451E3-A44A-461C-8597-FFD311FD81D7}" destId="{C3D083B1-D3A4-4B7D-A7CD-A815E162E2EB}" srcOrd="6" destOrd="0" presId="urn:microsoft.com/office/officeart/2018/5/layout/IconLeafLabelList"/>
    <dgm:cxn modelId="{212702F6-B0B8-4812-B0EC-E1562E40C916}" type="presParOf" srcId="{C3D083B1-D3A4-4B7D-A7CD-A815E162E2EB}" destId="{72A6B5AC-6C48-4476-B2D2-92FAAD796F85}" srcOrd="0" destOrd="0" presId="urn:microsoft.com/office/officeart/2018/5/layout/IconLeafLabelList"/>
    <dgm:cxn modelId="{ACAB79D4-AE91-49A6-A812-BFDC8A87534D}" type="presParOf" srcId="{C3D083B1-D3A4-4B7D-A7CD-A815E162E2EB}" destId="{29321C48-E387-45DC-ADF6-35CD61904BDC}" srcOrd="1" destOrd="0" presId="urn:microsoft.com/office/officeart/2018/5/layout/IconLeafLabelList"/>
    <dgm:cxn modelId="{BE0BA375-EE3C-497E-9B75-EE61EE0DFE07}" type="presParOf" srcId="{C3D083B1-D3A4-4B7D-A7CD-A815E162E2EB}" destId="{77B525EB-3A61-4B36-A111-0010EA08106B}" srcOrd="2" destOrd="0" presId="urn:microsoft.com/office/officeart/2018/5/layout/IconLeafLabelList"/>
    <dgm:cxn modelId="{3EA13E53-C4E6-4ADC-9950-64066F09D31B}" type="presParOf" srcId="{C3D083B1-D3A4-4B7D-A7CD-A815E162E2EB}" destId="{94C315AF-1103-42D4-8A3F-22629BEF05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B093E1-F3A2-4FE8-969C-D2A13C1067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2921EC-1A22-4566-9191-DFA027B53A35}">
      <dgm:prSet/>
      <dgm:spPr/>
      <dgm:t>
        <a:bodyPr/>
        <a:lstStyle/>
        <a:p>
          <a:r>
            <a:rPr lang="en-US" b="1"/>
            <a:t>Security Model</a:t>
          </a:r>
          <a:endParaRPr lang="en-US"/>
        </a:p>
      </dgm:t>
    </dgm:pt>
    <dgm:pt modelId="{6EE8322E-FD2C-4260-A0D4-71E940AF5115}" type="parTrans" cxnId="{3868E4EF-B3EA-40AB-AC92-C6F8577BB294}">
      <dgm:prSet/>
      <dgm:spPr/>
      <dgm:t>
        <a:bodyPr/>
        <a:lstStyle/>
        <a:p>
          <a:endParaRPr lang="en-US"/>
        </a:p>
      </dgm:t>
    </dgm:pt>
    <dgm:pt modelId="{8943ED73-9F7E-4240-BFA8-9B8CA7922B3B}" type="sibTrans" cxnId="{3868E4EF-B3EA-40AB-AC92-C6F8577BB294}">
      <dgm:prSet/>
      <dgm:spPr/>
      <dgm:t>
        <a:bodyPr/>
        <a:lstStyle/>
        <a:p>
          <a:endParaRPr lang="en-US"/>
        </a:p>
      </dgm:t>
    </dgm:pt>
    <dgm:pt modelId="{035231AA-49DC-42A6-A46F-6796E9EC6C83}">
      <dgm:prSet/>
      <dgm:spPr/>
      <dgm:t>
        <a:bodyPr/>
        <a:lstStyle/>
        <a:p>
          <a:r>
            <a:rPr lang="en-US"/>
            <a:t>JWT validated on every request</a:t>
          </a:r>
        </a:p>
      </dgm:t>
    </dgm:pt>
    <dgm:pt modelId="{2E08DF5F-E6CF-4436-A34C-62B0CC56E597}" type="parTrans" cxnId="{B8B5E0C9-5925-431E-9974-C17D570CF7EA}">
      <dgm:prSet/>
      <dgm:spPr/>
      <dgm:t>
        <a:bodyPr/>
        <a:lstStyle/>
        <a:p>
          <a:endParaRPr lang="en-US"/>
        </a:p>
      </dgm:t>
    </dgm:pt>
    <dgm:pt modelId="{B01E8289-5261-4B81-989F-1964AB484DA3}" type="sibTrans" cxnId="{B8B5E0C9-5925-431E-9974-C17D570CF7EA}">
      <dgm:prSet/>
      <dgm:spPr/>
      <dgm:t>
        <a:bodyPr/>
        <a:lstStyle/>
        <a:p>
          <a:endParaRPr lang="en-US"/>
        </a:p>
      </dgm:t>
    </dgm:pt>
    <dgm:pt modelId="{CCEEB684-C586-43BE-A49E-C4B9FAD778CB}">
      <dgm:prSet/>
      <dgm:spPr/>
      <dgm:t>
        <a:bodyPr/>
        <a:lstStyle/>
        <a:p>
          <a:r>
            <a:rPr lang="en-US"/>
            <a:t>Role‑based authorization policies</a:t>
          </a:r>
        </a:p>
      </dgm:t>
    </dgm:pt>
    <dgm:pt modelId="{B594F578-DE86-4B9A-A141-5A0BB6C61BDD}" type="parTrans" cxnId="{08AADF86-B523-40C1-83FF-A6B64E82D72A}">
      <dgm:prSet/>
      <dgm:spPr/>
      <dgm:t>
        <a:bodyPr/>
        <a:lstStyle/>
        <a:p>
          <a:endParaRPr lang="en-US"/>
        </a:p>
      </dgm:t>
    </dgm:pt>
    <dgm:pt modelId="{3213DDB7-7BB3-45C5-99A1-7DC521B26AAC}" type="sibTrans" cxnId="{08AADF86-B523-40C1-83FF-A6B64E82D72A}">
      <dgm:prSet/>
      <dgm:spPr/>
      <dgm:t>
        <a:bodyPr/>
        <a:lstStyle/>
        <a:p>
          <a:endParaRPr lang="en-US"/>
        </a:p>
      </dgm:t>
    </dgm:pt>
    <dgm:pt modelId="{B04EA9B2-E8DC-4352-A681-A50E114246DC}">
      <dgm:prSet/>
      <dgm:spPr/>
      <dgm:t>
        <a:bodyPr/>
        <a:lstStyle/>
        <a:p>
          <a:r>
            <a:rPr lang="en-US"/>
            <a:t>Ownership checks in endpoints</a:t>
          </a:r>
        </a:p>
      </dgm:t>
    </dgm:pt>
    <dgm:pt modelId="{84AB1A0F-9096-48AC-89B4-E904B5D209CB}" type="parTrans" cxnId="{37F3DFDA-67E9-4E55-8D20-3B6BADE27C73}">
      <dgm:prSet/>
      <dgm:spPr/>
      <dgm:t>
        <a:bodyPr/>
        <a:lstStyle/>
        <a:p>
          <a:endParaRPr lang="en-US"/>
        </a:p>
      </dgm:t>
    </dgm:pt>
    <dgm:pt modelId="{72C8831D-0A36-43E6-8E76-01FA65F9791F}" type="sibTrans" cxnId="{37F3DFDA-67E9-4E55-8D20-3B6BADE27C73}">
      <dgm:prSet/>
      <dgm:spPr/>
      <dgm:t>
        <a:bodyPr/>
        <a:lstStyle/>
        <a:p>
          <a:endParaRPr lang="en-US"/>
        </a:p>
      </dgm:t>
    </dgm:pt>
    <dgm:pt modelId="{8357BD69-337C-4921-8FAE-D7317A9B7D02}" type="pres">
      <dgm:prSet presAssocID="{5CB093E1-F3A2-4FE8-969C-D2A13C10672A}" presName="root" presStyleCnt="0">
        <dgm:presLayoutVars>
          <dgm:dir/>
          <dgm:resizeHandles val="exact"/>
        </dgm:presLayoutVars>
      </dgm:prSet>
      <dgm:spPr/>
    </dgm:pt>
    <dgm:pt modelId="{FE869DBA-7C86-432E-BDE1-163B5B8533CC}" type="pres">
      <dgm:prSet presAssocID="{BD2921EC-1A22-4566-9191-DFA027B53A35}" presName="compNode" presStyleCnt="0"/>
      <dgm:spPr/>
    </dgm:pt>
    <dgm:pt modelId="{2AA9D52D-FF0E-4CB6-8421-D1F2DE93DC3F}" type="pres">
      <dgm:prSet presAssocID="{BD2921EC-1A22-4566-9191-DFA027B53A35}" presName="bgRect" presStyleLbl="bgShp" presStyleIdx="0" presStyleCnt="4"/>
      <dgm:spPr/>
    </dgm:pt>
    <dgm:pt modelId="{A74700F8-1834-447A-8FFC-31EBC2B4336F}" type="pres">
      <dgm:prSet presAssocID="{BD2921EC-1A22-4566-9191-DFA027B53A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FAF1B4B-FC46-4FE9-A870-193DE6532CF7}" type="pres">
      <dgm:prSet presAssocID="{BD2921EC-1A22-4566-9191-DFA027B53A35}" presName="spaceRect" presStyleCnt="0"/>
      <dgm:spPr/>
    </dgm:pt>
    <dgm:pt modelId="{16701C14-202E-4EB5-8CF5-5C7D29370CA2}" type="pres">
      <dgm:prSet presAssocID="{BD2921EC-1A22-4566-9191-DFA027B53A35}" presName="parTx" presStyleLbl="revTx" presStyleIdx="0" presStyleCnt="4">
        <dgm:presLayoutVars>
          <dgm:chMax val="0"/>
          <dgm:chPref val="0"/>
        </dgm:presLayoutVars>
      </dgm:prSet>
      <dgm:spPr/>
    </dgm:pt>
    <dgm:pt modelId="{FFF6B6FA-DAD8-4F42-B6E5-C763EBDA9CE8}" type="pres">
      <dgm:prSet presAssocID="{8943ED73-9F7E-4240-BFA8-9B8CA7922B3B}" presName="sibTrans" presStyleCnt="0"/>
      <dgm:spPr/>
    </dgm:pt>
    <dgm:pt modelId="{580465AD-B09A-4A63-B24D-2DED9A493F81}" type="pres">
      <dgm:prSet presAssocID="{035231AA-49DC-42A6-A46F-6796E9EC6C83}" presName="compNode" presStyleCnt="0"/>
      <dgm:spPr/>
    </dgm:pt>
    <dgm:pt modelId="{C8006D1A-DE80-4167-B059-291CFE0EB8A4}" type="pres">
      <dgm:prSet presAssocID="{035231AA-49DC-42A6-A46F-6796E9EC6C83}" presName="bgRect" presStyleLbl="bgShp" presStyleIdx="1" presStyleCnt="4"/>
      <dgm:spPr/>
    </dgm:pt>
    <dgm:pt modelId="{5D5414E1-E9A6-4CC5-87B7-0299AC481B44}" type="pres">
      <dgm:prSet presAssocID="{035231AA-49DC-42A6-A46F-6796E9EC6C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75D1C6-EB97-4884-A097-CBDE9825602F}" type="pres">
      <dgm:prSet presAssocID="{035231AA-49DC-42A6-A46F-6796E9EC6C83}" presName="spaceRect" presStyleCnt="0"/>
      <dgm:spPr/>
    </dgm:pt>
    <dgm:pt modelId="{3550C195-4E79-4F7A-9F09-CE41FAA970B1}" type="pres">
      <dgm:prSet presAssocID="{035231AA-49DC-42A6-A46F-6796E9EC6C83}" presName="parTx" presStyleLbl="revTx" presStyleIdx="1" presStyleCnt="4">
        <dgm:presLayoutVars>
          <dgm:chMax val="0"/>
          <dgm:chPref val="0"/>
        </dgm:presLayoutVars>
      </dgm:prSet>
      <dgm:spPr/>
    </dgm:pt>
    <dgm:pt modelId="{A14443F7-F025-4CE8-96FC-C9CE79A5DC4D}" type="pres">
      <dgm:prSet presAssocID="{B01E8289-5261-4B81-989F-1964AB484DA3}" presName="sibTrans" presStyleCnt="0"/>
      <dgm:spPr/>
    </dgm:pt>
    <dgm:pt modelId="{E6733916-6C75-4613-AE8F-E286A5635EA5}" type="pres">
      <dgm:prSet presAssocID="{CCEEB684-C586-43BE-A49E-C4B9FAD778CB}" presName="compNode" presStyleCnt="0"/>
      <dgm:spPr/>
    </dgm:pt>
    <dgm:pt modelId="{C11677C8-0AB8-44F8-BB68-86E713AC8AF0}" type="pres">
      <dgm:prSet presAssocID="{CCEEB684-C586-43BE-A49E-C4B9FAD778CB}" presName="bgRect" presStyleLbl="bgShp" presStyleIdx="2" presStyleCnt="4"/>
      <dgm:spPr/>
    </dgm:pt>
    <dgm:pt modelId="{A3F5EB4F-E3E0-4AD2-877B-8504374558C2}" type="pres">
      <dgm:prSet presAssocID="{CCEEB684-C586-43BE-A49E-C4B9FAD778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502E0F0-8CD3-4DB2-AF6A-5593F58BFEC8}" type="pres">
      <dgm:prSet presAssocID="{CCEEB684-C586-43BE-A49E-C4B9FAD778CB}" presName="spaceRect" presStyleCnt="0"/>
      <dgm:spPr/>
    </dgm:pt>
    <dgm:pt modelId="{9D11FB2C-7658-4A9A-884D-03A846936D46}" type="pres">
      <dgm:prSet presAssocID="{CCEEB684-C586-43BE-A49E-C4B9FAD778CB}" presName="parTx" presStyleLbl="revTx" presStyleIdx="2" presStyleCnt="4">
        <dgm:presLayoutVars>
          <dgm:chMax val="0"/>
          <dgm:chPref val="0"/>
        </dgm:presLayoutVars>
      </dgm:prSet>
      <dgm:spPr/>
    </dgm:pt>
    <dgm:pt modelId="{2874DF8B-CCF9-4A25-95D7-DDA9535537B5}" type="pres">
      <dgm:prSet presAssocID="{3213DDB7-7BB3-45C5-99A1-7DC521B26AAC}" presName="sibTrans" presStyleCnt="0"/>
      <dgm:spPr/>
    </dgm:pt>
    <dgm:pt modelId="{E55CC9CE-3632-4C93-840F-A32CF215CC36}" type="pres">
      <dgm:prSet presAssocID="{B04EA9B2-E8DC-4352-A681-A50E114246DC}" presName="compNode" presStyleCnt="0"/>
      <dgm:spPr/>
    </dgm:pt>
    <dgm:pt modelId="{FB95FCDF-08DE-40AC-AB23-E1050562BF78}" type="pres">
      <dgm:prSet presAssocID="{B04EA9B2-E8DC-4352-A681-A50E114246DC}" presName="bgRect" presStyleLbl="bgShp" presStyleIdx="3" presStyleCnt="4"/>
      <dgm:spPr/>
    </dgm:pt>
    <dgm:pt modelId="{303C2312-97D4-4C48-A7DF-A60007BE060E}" type="pres">
      <dgm:prSet presAssocID="{B04EA9B2-E8DC-4352-A681-A50E114246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D95A90C-F691-491E-9EEF-E03A524FFB33}" type="pres">
      <dgm:prSet presAssocID="{B04EA9B2-E8DC-4352-A681-A50E114246DC}" presName="spaceRect" presStyleCnt="0"/>
      <dgm:spPr/>
    </dgm:pt>
    <dgm:pt modelId="{C5A6141A-6183-4057-9F40-986E6BAE9F67}" type="pres">
      <dgm:prSet presAssocID="{B04EA9B2-E8DC-4352-A681-A50E114246D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6AE827-DFA3-4ABF-B075-58F97EA38387}" type="presOf" srcId="{5CB093E1-F3A2-4FE8-969C-D2A13C10672A}" destId="{8357BD69-337C-4921-8FAE-D7317A9B7D02}" srcOrd="0" destOrd="0" presId="urn:microsoft.com/office/officeart/2018/2/layout/IconVerticalSolidList"/>
    <dgm:cxn modelId="{33682555-732C-4BF2-A76C-6595870F142F}" type="presOf" srcId="{B04EA9B2-E8DC-4352-A681-A50E114246DC}" destId="{C5A6141A-6183-4057-9F40-986E6BAE9F67}" srcOrd="0" destOrd="0" presId="urn:microsoft.com/office/officeart/2018/2/layout/IconVerticalSolidList"/>
    <dgm:cxn modelId="{08AADF86-B523-40C1-83FF-A6B64E82D72A}" srcId="{5CB093E1-F3A2-4FE8-969C-D2A13C10672A}" destId="{CCEEB684-C586-43BE-A49E-C4B9FAD778CB}" srcOrd="2" destOrd="0" parTransId="{B594F578-DE86-4B9A-A141-5A0BB6C61BDD}" sibTransId="{3213DDB7-7BB3-45C5-99A1-7DC521B26AAC}"/>
    <dgm:cxn modelId="{B8B5E0C9-5925-431E-9974-C17D570CF7EA}" srcId="{5CB093E1-F3A2-4FE8-969C-D2A13C10672A}" destId="{035231AA-49DC-42A6-A46F-6796E9EC6C83}" srcOrd="1" destOrd="0" parTransId="{2E08DF5F-E6CF-4436-A34C-62B0CC56E597}" sibTransId="{B01E8289-5261-4B81-989F-1964AB484DA3}"/>
    <dgm:cxn modelId="{FC8433CD-48BA-40AE-AEAC-B19E1C70B0CF}" type="presOf" srcId="{035231AA-49DC-42A6-A46F-6796E9EC6C83}" destId="{3550C195-4E79-4F7A-9F09-CE41FAA970B1}" srcOrd="0" destOrd="0" presId="urn:microsoft.com/office/officeart/2018/2/layout/IconVerticalSolidList"/>
    <dgm:cxn modelId="{B39081D9-D959-432F-9EC5-35812E0F063E}" type="presOf" srcId="{BD2921EC-1A22-4566-9191-DFA027B53A35}" destId="{16701C14-202E-4EB5-8CF5-5C7D29370CA2}" srcOrd="0" destOrd="0" presId="urn:microsoft.com/office/officeart/2018/2/layout/IconVerticalSolidList"/>
    <dgm:cxn modelId="{37F3DFDA-67E9-4E55-8D20-3B6BADE27C73}" srcId="{5CB093E1-F3A2-4FE8-969C-D2A13C10672A}" destId="{B04EA9B2-E8DC-4352-A681-A50E114246DC}" srcOrd="3" destOrd="0" parTransId="{84AB1A0F-9096-48AC-89B4-E904B5D209CB}" sibTransId="{72C8831D-0A36-43E6-8E76-01FA65F9791F}"/>
    <dgm:cxn modelId="{3868E4EF-B3EA-40AB-AC92-C6F8577BB294}" srcId="{5CB093E1-F3A2-4FE8-969C-D2A13C10672A}" destId="{BD2921EC-1A22-4566-9191-DFA027B53A35}" srcOrd="0" destOrd="0" parTransId="{6EE8322E-FD2C-4260-A0D4-71E940AF5115}" sibTransId="{8943ED73-9F7E-4240-BFA8-9B8CA7922B3B}"/>
    <dgm:cxn modelId="{413DF7F1-E95F-4869-B071-F6C03DF68A32}" type="presOf" srcId="{CCEEB684-C586-43BE-A49E-C4B9FAD778CB}" destId="{9D11FB2C-7658-4A9A-884D-03A846936D46}" srcOrd="0" destOrd="0" presId="urn:microsoft.com/office/officeart/2018/2/layout/IconVerticalSolidList"/>
    <dgm:cxn modelId="{B434A031-F269-42F8-97AA-73D715AE8991}" type="presParOf" srcId="{8357BD69-337C-4921-8FAE-D7317A9B7D02}" destId="{FE869DBA-7C86-432E-BDE1-163B5B8533CC}" srcOrd="0" destOrd="0" presId="urn:microsoft.com/office/officeart/2018/2/layout/IconVerticalSolidList"/>
    <dgm:cxn modelId="{71034654-6A1A-40AC-B18E-A54874A679D6}" type="presParOf" srcId="{FE869DBA-7C86-432E-BDE1-163B5B8533CC}" destId="{2AA9D52D-FF0E-4CB6-8421-D1F2DE93DC3F}" srcOrd="0" destOrd="0" presId="urn:microsoft.com/office/officeart/2018/2/layout/IconVerticalSolidList"/>
    <dgm:cxn modelId="{980FEC45-F8D9-493F-B683-5F79E7AE1813}" type="presParOf" srcId="{FE869DBA-7C86-432E-BDE1-163B5B8533CC}" destId="{A74700F8-1834-447A-8FFC-31EBC2B4336F}" srcOrd="1" destOrd="0" presId="urn:microsoft.com/office/officeart/2018/2/layout/IconVerticalSolidList"/>
    <dgm:cxn modelId="{AB6F3C48-787C-4E91-A527-BDDE7A54AC2F}" type="presParOf" srcId="{FE869DBA-7C86-432E-BDE1-163B5B8533CC}" destId="{FFAF1B4B-FC46-4FE9-A870-193DE6532CF7}" srcOrd="2" destOrd="0" presId="urn:microsoft.com/office/officeart/2018/2/layout/IconVerticalSolidList"/>
    <dgm:cxn modelId="{62925EC3-CD28-4960-A054-D1EFF67A5A85}" type="presParOf" srcId="{FE869DBA-7C86-432E-BDE1-163B5B8533CC}" destId="{16701C14-202E-4EB5-8CF5-5C7D29370CA2}" srcOrd="3" destOrd="0" presId="urn:microsoft.com/office/officeart/2018/2/layout/IconVerticalSolidList"/>
    <dgm:cxn modelId="{18534153-DDC9-42AC-8412-73BB706C4D2A}" type="presParOf" srcId="{8357BD69-337C-4921-8FAE-D7317A9B7D02}" destId="{FFF6B6FA-DAD8-4F42-B6E5-C763EBDA9CE8}" srcOrd="1" destOrd="0" presId="urn:microsoft.com/office/officeart/2018/2/layout/IconVerticalSolidList"/>
    <dgm:cxn modelId="{CBA4DEAD-8FE6-49F2-96E8-F20BAA21DD62}" type="presParOf" srcId="{8357BD69-337C-4921-8FAE-D7317A9B7D02}" destId="{580465AD-B09A-4A63-B24D-2DED9A493F81}" srcOrd="2" destOrd="0" presId="urn:microsoft.com/office/officeart/2018/2/layout/IconVerticalSolidList"/>
    <dgm:cxn modelId="{8F4E2FC6-4220-442D-943B-E678D7B11D59}" type="presParOf" srcId="{580465AD-B09A-4A63-B24D-2DED9A493F81}" destId="{C8006D1A-DE80-4167-B059-291CFE0EB8A4}" srcOrd="0" destOrd="0" presId="urn:microsoft.com/office/officeart/2018/2/layout/IconVerticalSolidList"/>
    <dgm:cxn modelId="{ED0E4E76-34C5-4B78-9EAA-E92003D29F4E}" type="presParOf" srcId="{580465AD-B09A-4A63-B24D-2DED9A493F81}" destId="{5D5414E1-E9A6-4CC5-87B7-0299AC481B44}" srcOrd="1" destOrd="0" presId="urn:microsoft.com/office/officeart/2018/2/layout/IconVerticalSolidList"/>
    <dgm:cxn modelId="{AC5D498F-CB75-481E-B3C9-95DA2B053668}" type="presParOf" srcId="{580465AD-B09A-4A63-B24D-2DED9A493F81}" destId="{2975D1C6-EB97-4884-A097-CBDE9825602F}" srcOrd="2" destOrd="0" presId="urn:microsoft.com/office/officeart/2018/2/layout/IconVerticalSolidList"/>
    <dgm:cxn modelId="{2E8CC352-0C02-47FB-92F4-E3FFCBF9C23F}" type="presParOf" srcId="{580465AD-B09A-4A63-B24D-2DED9A493F81}" destId="{3550C195-4E79-4F7A-9F09-CE41FAA970B1}" srcOrd="3" destOrd="0" presId="urn:microsoft.com/office/officeart/2018/2/layout/IconVerticalSolidList"/>
    <dgm:cxn modelId="{D0BCF0CD-2224-49B2-A484-7B763F06EBD6}" type="presParOf" srcId="{8357BD69-337C-4921-8FAE-D7317A9B7D02}" destId="{A14443F7-F025-4CE8-96FC-C9CE79A5DC4D}" srcOrd="3" destOrd="0" presId="urn:microsoft.com/office/officeart/2018/2/layout/IconVerticalSolidList"/>
    <dgm:cxn modelId="{36A801B0-D31A-454A-9E43-085C91D3AC1B}" type="presParOf" srcId="{8357BD69-337C-4921-8FAE-D7317A9B7D02}" destId="{E6733916-6C75-4613-AE8F-E286A5635EA5}" srcOrd="4" destOrd="0" presId="urn:microsoft.com/office/officeart/2018/2/layout/IconVerticalSolidList"/>
    <dgm:cxn modelId="{C3BDEFE6-F714-4D9F-846F-E2FD2416A3A4}" type="presParOf" srcId="{E6733916-6C75-4613-AE8F-E286A5635EA5}" destId="{C11677C8-0AB8-44F8-BB68-86E713AC8AF0}" srcOrd="0" destOrd="0" presId="urn:microsoft.com/office/officeart/2018/2/layout/IconVerticalSolidList"/>
    <dgm:cxn modelId="{B2DEB382-70EB-48CA-B99F-10EDC8F98711}" type="presParOf" srcId="{E6733916-6C75-4613-AE8F-E286A5635EA5}" destId="{A3F5EB4F-E3E0-4AD2-877B-8504374558C2}" srcOrd="1" destOrd="0" presId="urn:microsoft.com/office/officeart/2018/2/layout/IconVerticalSolidList"/>
    <dgm:cxn modelId="{E57687E9-C190-4D8E-815A-C35F2AEBBDC7}" type="presParOf" srcId="{E6733916-6C75-4613-AE8F-E286A5635EA5}" destId="{D502E0F0-8CD3-4DB2-AF6A-5593F58BFEC8}" srcOrd="2" destOrd="0" presId="urn:microsoft.com/office/officeart/2018/2/layout/IconVerticalSolidList"/>
    <dgm:cxn modelId="{4F03DAC3-ECDE-4DBB-85B8-ADC51CF53AFB}" type="presParOf" srcId="{E6733916-6C75-4613-AE8F-E286A5635EA5}" destId="{9D11FB2C-7658-4A9A-884D-03A846936D46}" srcOrd="3" destOrd="0" presId="urn:microsoft.com/office/officeart/2018/2/layout/IconVerticalSolidList"/>
    <dgm:cxn modelId="{FEEDD679-5843-4F2A-A672-45CE81AB6DE1}" type="presParOf" srcId="{8357BD69-337C-4921-8FAE-D7317A9B7D02}" destId="{2874DF8B-CCF9-4A25-95D7-DDA9535537B5}" srcOrd="5" destOrd="0" presId="urn:microsoft.com/office/officeart/2018/2/layout/IconVerticalSolidList"/>
    <dgm:cxn modelId="{4531F4E6-9C8F-44B4-8244-282D4DE85EF8}" type="presParOf" srcId="{8357BD69-337C-4921-8FAE-D7317A9B7D02}" destId="{E55CC9CE-3632-4C93-840F-A32CF215CC36}" srcOrd="6" destOrd="0" presId="urn:microsoft.com/office/officeart/2018/2/layout/IconVerticalSolidList"/>
    <dgm:cxn modelId="{F6456294-0663-4E16-B24A-B887560757AF}" type="presParOf" srcId="{E55CC9CE-3632-4C93-840F-A32CF215CC36}" destId="{FB95FCDF-08DE-40AC-AB23-E1050562BF78}" srcOrd="0" destOrd="0" presId="urn:microsoft.com/office/officeart/2018/2/layout/IconVerticalSolidList"/>
    <dgm:cxn modelId="{94B8218D-A89B-4863-B319-BEC5DAB3FE7F}" type="presParOf" srcId="{E55CC9CE-3632-4C93-840F-A32CF215CC36}" destId="{303C2312-97D4-4C48-A7DF-A60007BE060E}" srcOrd="1" destOrd="0" presId="urn:microsoft.com/office/officeart/2018/2/layout/IconVerticalSolidList"/>
    <dgm:cxn modelId="{DCE78368-8EDF-4DB6-B4AA-4C8831E79D80}" type="presParOf" srcId="{E55CC9CE-3632-4C93-840F-A32CF215CC36}" destId="{4D95A90C-F691-491E-9EEF-E03A524FFB33}" srcOrd="2" destOrd="0" presId="urn:microsoft.com/office/officeart/2018/2/layout/IconVerticalSolidList"/>
    <dgm:cxn modelId="{0FC3A09D-6A84-4D2B-9586-2DFC44B6C693}" type="presParOf" srcId="{E55CC9CE-3632-4C93-840F-A32CF215CC36}" destId="{C5A6141A-6183-4057-9F40-986E6BAE9F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20CDF7-3FCB-4240-8749-B5B2BE85179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E88363-87CB-461B-B281-BA45C8EE9DC8}">
      <dgm:prSet/>
      <dgm:spPr/>
      <dgm:t>
        <a:bodyPr/>
        <a:lstStyle/>
        <a:p>
          <a:pPr>
            <a:defRPr cap="all"/>
          </a:pPr>
          <a:r>
            <a:rPr lang="en-US" b="1" dirty="0"/>
            <a:t>Key Strengths</a:t>
          </a:r>
          <a:endParaRPr lang="en-US" dirty="0"/>
        </a:p>
      </dgm:t>
    </dgm:pt>
    <dgm:pt modelId="{6B4A1C8C-241D-4E3A-B785-A113F189F21E}" type="parTrans" cxnId="{7A6C5EE9-66A2-40D6-89C0-163786D462B9}">
      <dgm:prSet/>
      <dgm:spPr/>
      <dgm:t>
        <a:bodyPr/>
        <a:lstStyle/>
        <a:p>
          <a:endParaRPr lang="en-US"/>
        </a:p>
      </dgm:t>
    </dgm:pt>
    <dgm:pt modelId="{7763BD3C-ED3A-4B14-B426-99544D31E976}" type="sibTrans" cxnId="{7A6C5EE9-66A2-40D6-89C0-163786D462B9}">
      <dgm:prSet/>
      <dgm:spPr/>
      <dgm:t>
        <a:bodyPr/>
        <a:lstStyle/>
        <a:p>
          <a:endParaRPr lang="en-US"/>
        </a:p>
      </dgm:t>
    </dgm:pt>
    <dgm:pt modelId="{92B6D5C4-2FD1-41C7-BBCE-BD6802029556}">
      <dgm:prSet/>
      <dgm:spPr/>
      <dgm:t>
        <a:bodyPr/>
        <a:lstStyle/>
        <a:p>
          <a:pPr>
            <a:defRPr cap="all"/>
          </a:pPr>
          <a:r>
            <a:rPr lang="en-US" dirty="0"/>
            <a:t>Clear separation of concerns</a:t>
          </a:r>
        </a:p>
      </dgm:t>
    </dgm:pt>
    <dgm:pt modelId="{22698F39-B73B-4201-9139-ACB5B00B0BBE}" type="parTrans" cxnId="{3B112951-FF13-4AB5-B287-A755FFF2B5C5}">
      <dgm:prSet/>
      <dgm:spPr/>
      <dgm:t>
        <a:bodyPr/>
        <a:lstStyle/>
        <a:p>
          <a:endParaRPr lang="en-US"/>
        </a:p>
      </dgm:t>
    </dgm:pt>
    <dgm:pt modelId="{98E7971C-8868-460C-B6DB-16E3A093FBE0}" type="sibTrans" cxnId="{3B112951-FF13-4AB5-B287-A755FFF2B5C5}">
      <dgm:prSet/>
      <dgm:spPr/>
      <dgm:t>
        <a:bodyPr/>
        <a:lstStyle/>
        <a:p>
          <a:endParaRPr lang="en-US"/>
        </a:p>
      </dgm:t>
    </dgm:pt>
    <dgm:pt modelId="{F24954F2-9FC4-4101-9222-D68F4E5CCD89}">
      <dgm:prSet/>
      <dgm:spPr/>
      <dgm:t>
        <a:bodyPr/>
        <a:lstStyle/>
        <a:p>
          <a:pPr>
            <a:defRPr cap="all"/>
          </a:pPr>
          <a:r>
            <a:rPr lang="en-US" dirty="0"/>
            <a:t>Stateless authentication</a:t>
          </a:r>
        </a:p>
      </dgm:t>
    </dgm:pt>
    <dgm:pt modelId="{D3575569-5205-4A4B-A5BF-3FD6AF4AD79D}" type="parTrans" cxnId="{741A8DE4-E438-404B-9619-48E0FAF812DC}">
      <dgm:prSet/>
      <dgm:spPr/>
      <dgm:t>
        <a:bodyPr/>
        <a:lstStyle/>
        <a:p>
          <a:endParaRPr lang="en-US"/>
        </a:p>
      </dgm:t>
    </dgm:pt>
    <dgm:pt modelId="{17248E10-6086-48C2-AB26-D785CC480B5A}" type="sibTrans" cxnId="{741A8DE4-E438-404B-9619-48E0FAF812DC}">
      <dgm:prSet/>
      <dgm:spPr/>
      <dgm:t>
        <a:bodyPr/>
        <a:lstStyle/>
        <a:p>
          <a:endParaRPr lang="en-US"/>
        </a:p>
      </dgm:t>
    </dgm:pt>
    <dgm:pt modelId="{6E0A8553-0A99-4FBA-AAC8-AD63BF9BDB82}">
      <dgm:prSet/>
      <dgm:spPr/>
      <dgm:t>
        <a:bodyPr/>
        <a:lstStyle/>
        <a:p>
          <a:pPr>
            <a:defRPr cap="all"/>
          </a:pPr>
          <a:r>
            <a:rPr lang="en-US" dirty="0"/>
            <a:t>Backend‑first security</a:t>
          </a:r>
        </a:p>
      </dgm:t>
    </dgm:pt>
    <dgm:pt modelId="{6B857936-F1CC-49F4-A3DA-DEBE85F4C78B}" type="parTrans" cxnId="{9236AE08-B2D9-4730-A1E4-579441B7A0B1}">
      <dgm:prSet/>
      <dgm:spPr/>
      <dgm:t>
        <a:bodyPr/>
        <a:lstStyle/>
        <a:p>
          <a:endParaRPr lang="en-US"/>
        </a:p>
      </dgm:t>
    </dgm:pt>
    <dgm:pt modelId="{D27E516C-9F74-4152-86D8-9F2C22B4E471}" type="sibTrans" cxnId="{9236AE08-B2D9-4730-A1E4-579441B7A0B1}">
      <dgm:prSet/>
      <dgm:spPr/>
      <dgm:t>
        <a:bodyPr/>
        <a:lstStyle/>
        <a:p>
          <a:endParaRPr lang="en-US"/>
        </a:p>
      </dgm:t>
    </dgm:pt>
    <dgm:pt modelId="{6529DEB0-3F47-46E3-82E0-C8B29FC65220}">
      <dgm:prSet/>
      <dgm:spPr/>
      <dgm:t>
        <a:bodyPr/>
        <a:lstStyle/>
        <a:p>
          <a:pPr>
            <a:defRPr cap="all"/>
          </a:pPr>
          <a:r>
            <a:rPr lang="en-US" dirty="0"/>
            <a:t>Real‑world modeling</a:t>
          </a:r>
        </a:p>
      </dgm:t>
    </dgm:pt>
    <dgm:pt modelId="{C64B5AAE-6F20-4524-97D3-2E81A35E9091}" type="parTrans" cxnId="{3A0D1451-155B-4868-8251-0733FCB3984D}">
      <dgm:prSet/>
      <dgm:spPr/>
      <dgm:t>
        <a:bodyPr/>
        <a:lstStyle/>
        <a:p>
          <a:endParaRPr lang="en-US"/>
        </a:p>
      </dgm:t>
    </dgm:pt>
    <dgm:pt modelId="{FE97B498-3BCA-44FC-985B-D6C67DA0B4B1}" type="sibTrans" cxnId="{3A0D1451-155B-4868-8251-0733FCB3984D}">
      <dgm:prSet/>
      <dgm:spPr/>
      <dgm:t>
        <a:bodyPr/>
        <a:lstStyle/>
        <a:p>
          <a:endParaRPr lang="en-US"/>
        </a:p>
      </dgm:t>
    </dgm:pt>
    <dgm:pt modelId="{68F243B1-7AC3-4083-B611-8CF551156B6B}" type="pres">
      <dgm:prSet presAssocID="{1F20CDF7-3FCB-4240-8749-B5B2BE851793}" presName="linear" presStyleCnt="0">
        <dgm:presLayoutVars>
          <dgm:dir/>
          <dgm:animLvl val="lvl"/>
          <dgm:resizeHandles val="exact"/>
        </dgm:presLayoutVars>
      </dgm:prSet>
      <dgm:spPr/>
    </dgm:pt>
    <dgm:pt modelId="{B1E5ACBD-741F-46E9-AD42-458D47A1761A}" type="pres">
      <dgm:prSet presAssocID="{89E88363-87CB-461B-B281-BA45C8EE9DC8}" presName="parentLin" presStyleCnt="0"/>
      <dgm:spPr/>
    </dgm:pt>
    <dgm:pt modelId="{96507435-2379-4B94-A9CA-764B6DC1490B}" type="pres">
      <dgm:prSet presAssocID="{89E88363-87CB-461B-B281-BA45C8EE9DC8}" presName="parentLeftMargin" presStyleLbl="node1" presStyleIdx="0" presStyleCnt="5"/>
      <dgm:spPr/>
    </dgm:pt>
    <dgm:pt modelId="{9F2A7BC1-C994-4DD3-A1C5-F328DD8E58D0}" type="pres">
      <dgm:prSet presAssocID="{89E88363-87CB-461B-B281-BA45C8EE9D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D8A16A-F58C-4527-A656-87712E624D59}" type="pres">
      <dgm:prSet presAssocID="{89E88363-87CB-461B-B281-BA45C8EE9DC8}" presName="negativeSpace" presStyleCnt="0"/>
      <dgm:spPr/>
    </dgm:pt>
    <dgm:pt modelId="{26B6290A-BDFC-4C52-8AF0-FA5330B7AFFF}" type="pres">
      <dgm:prSet presAssocID="{89E88363-87CB-461B-B281-BA45C8EE9DC8}" presName="childText" presStyleLbl="conFgAcc1" presStyleIdx="0" presStyleCnt="5">
        <dgm:presLayoutVars>
          <dgm:bulletEnabled val="1"/>
        </dgm:presLayoutVars>
      </dgm:prSet>
      <dgm:spPr/>
    </dgm:pt>
    <dgm:pt modelId="{C07B746E-E619-4CD4-AC08-E4EFFE69E321}" type="pres">
      <dgm:prSet presAssocID="{7763BD3C-ED3A-4B14-B426-99544D31E976}" presName="spaceBetweenRectangles" presStyleCnt="0"/>
      <dgm:spPr/>
    </dgm:pt>
    <dgm:pt modelId="{A79ED320-2B86-42FC-A461-D30127D8B6B8}" type="pres">
      <dgm:prSet presAssocID="{92B6D5C4-2FD1-41C7-BBCE-BD6802029556}" presName="parentLin" presStyleCnt="0"/>
      <dgm:spPr/>
    </dgm:pt>
    <dgm:pt modelId="{BAFA9106-C53E-4AC7-9DE0-AA38E56B8187}" type="pres">
      <dgm:prSet presAssocID="{92B6D5C4-2FD1-41C7-BBCE-BD6802029556}" presName="parentLeftMargin" presStyleLbl="node1" presStyleIdx="0" presStyleCnt="5"/>
      <dgm:spPr/>
    </dgm:pt>
    <dgm:pt modelId="{9D196787-729F-4A93-9CDF-382AF56E35FF}" type="pres">
      <dgm:prSet presAssocID="{92B6D5C4-2FD1-41C7-BBCE-BD680202955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778832C-20A4-40E6-9A9F-A6AA8F52E88C}" type="pres">
      <dgm:prSet presAssocID="{92B6D5C4-2FD1-41C7-BBCE-BD6802029556}" presName="negativeSpace" presStyleCnt="0"/>
      <dgm:spPr/>
    </dgm:pt>
    <dgm:pt modelId="{2EB48C7C-F480-4A78-A04F-1B57094D0B40}" type="pres">
      <dgm:prSet presAssocID="{92B6D5C4-2FD1-41C7-BBCE-BD6802029556}" presName="childText" presStyleLbl="conFgAcc1" presStyleIdx="1" presStyleCnt="5">
        <dgm:presLayoutVars>
          <dgm:bulletEnabled val="1"/>
        </dgm:presLayoutVars>
      </dgm:prSet>
      <dgm:spPr/>
    </dgm:pt>
    <dgm:pt modelId="{0AD874B8-304F-49E9-A522-519AC406F36E}" type="pres">
      <dgm:prSet presAssocID="{98E7971C-8868-460C-B6DB-16E3A093FBE0}" presName="spaceBetweenRectangles" presStyleCnt="0"/>
      <dgm:spPr/>
    </dgm:pt>
    <dgm:pt modelId="{B5AB0B49-B4E2-48EF-BCE4-35118F503A5A}" type="pres">
      <dgm:prSet presAssocID="{F24954F2-9FC4-4101-9222-D68F4E5CCD89}" presName="parentLin" presStyleCnt="0"/>
      <dgm:spPr/>
    </dgm:pt>
    <dgm:pt modelId="{707C0CBB-434E-4029-B3AA-A6252BFE10B1}" type="pres">
      <dgm:prSet presAssocID="{F24954F2-9FC4-4101-9222-D68F4E5CCD89}" presName="parentLeftMargin" presStyleLbl="node1" presStyleIdx="1" presStyleCnt="5"/>
      <dgm:spPr/>
    </dgm:pt>
    <dgm:pt modelId="{1F16D4E7-F97D-4038-97F3-E5D365ADC5C9}" type="pres">
      <dgm:prSet presAssocID="{F24954F2-9FC4-4101-9222-D68F4E5CCD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00C33A5-0085-40EB-A976-EC243433354F}" type="pres">
      <dgm:prSet presAssocID="{F24954F2-9FC4-4101-9222-D68F4E5CCD89}" presName="negativeSpace" presStyleCnt="0"/>
      <dgm:spPr/>
    </dgm:pt>
    <dgm:pt modelId="{071DB817-24AD-43F0-B087-D194E828F323}" type="pres">
      <dgm:prSet presAssocID="{F24954F2-9FC4-4101-9222-D68F4E5CCD89}" presName="childText" presStyleLbl="conFgAcc1" presStyleIdx="2" presStyleCnt="5">
        <dgm:presLayoutVars>
          <dgm:bulletEnabled val="1"/>
        </dgm:presLayoutVars>
      </dgm:prSet>
      <dgm:spPr/>
    </dgm:pt>
    <dgm:pt modelId="{B901CE8E-DCB3-4724-B125-7C2F8A02851E}" type="pres">
      <dgm:prSet presAssocID="{17248E10-6086-48C2-AB26-D785CC480B5A}" presName="spaceBetweenRectangles" presStyleCnt="0"/>
      <dgm:spPr/>
    </dgm:pt>
    <dgm:pt modelId="{1F2622F7-73F7-4FE0-AF52-CA6585FB9BB8}" type="pres">
      <dgm:prSet presAssocID="{6E0A8553-0A99-4FBA-AAC8-AD63BF9BDB82}" presName="parentLin" presStyleCnt="0"/>
      <dgm:spPr/>
    </dgm:pt>
    <dgm:pt modelId="{3158CD66-94BB-46B5-9092-CCBDA7617B3D}" type="pres">
      <dgm:prSet presAssocID="{6E0A8553-0A99-4FBA-AAC8-AD63BF9BDB82}" presName="parentLeftMargin" presStyleLbl="node1" presStyleIdx="2" presStyleCnt="5"/>
      <dgm:spPr/>
    </dgm:pt>
    <dgm:pt modelId="{B94DE8BC-9F4A-4EF0-A31E-327E41468630}" type="pres">
      <dgm:prSet presAssocID="{6E0A8553-0A99-4FBA-AAC8-AD63BF9BDB8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CCB098E-48AA-4D22-84E6-95E0FBB2D332}" type="pres">
      <dgm:prSet presAssocID="{6E0A8553-0A99-4FBA-AAC8-AD63BF9BDB82}" presName="negativeSpace" presStyleCnt="0"/>
      <dgm:spPr/>
    </dgm:pt>
    <dgm:pt modelId="{85501E1E-420E-422E-886D-C0FEADD452AC}" type="pres">
      <dgm:prSet presAssocID="{6E0A8553-0A99-4FBA-AAC8-AD63BF9BDB82}" presName="childText" presStyleLbl="conFgAcc1" presStyleIdx="3" presStyleCnt="5">
        <dgm:presLayoutVars>
          <dgm:bulletEnabled val="1"/>
        </dgm:presLayoutVars>
      </dgm:prSet>
      <dgm:spPr/>
    </dgm:pt>
    <dgm:pt modelId="{25459D8B-5157-44C6-9560-CD083E92EC3A}" type="pres">
      <dgm:prSet presAssocID="{D27E516C-9F74-4152-86D8-9F2C22B4E471}" presName="spaceBetweenRectangles" presStyleCnt="0"/>
      <dgm:spPr/>
    </dgm:pt>
    <dgm:pt modelId="{AB086678-CBF5-476D-9DEF-7EB401D00C2C}" type="pres">
      <dgm:prSet presAssocID="{6529DEB0-3F47-46E3-82E0-C8B29FC65220}" presName="parentLin" presStyleCnt="0"/>
      <dgm:spPr/>
    </dgm:pt>
    <dgm:pt modelId="{4A611060-CFF6-4CD2-8951-706F3A74C536}" type="pres">
      <dgm:prSet presAssocID="{6529DEB0-3F47-46E3-82E0-C8B29FC65220}" presName="parentLeftMargin" presStyleLbl="node1" presStyleIdx="3" presStyleCnt="5"/>
      <dgm:spPr/>
    </dgm:pt>
    <dgm:pt modelId="{6C1BA406-841E-4F65-8737-03E54E407BCD}" type="pres">
      <dgm:prSet presAssocID="{6529DEB0-3F47-46E3-82E0-C8B29FC6522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AAD514E-75A9-42E6-B700-385B2782052C}" type="pres">
      <dgm:prSet presAssocID="{6529DEB0-3F47-46E3-82E0-C8B29FC65220}" presName="negativeSpace" presStyleCnt="0"/>
      <dgm:spPr/>
    </dgm:pt>
    <dgm:pt modelId="{27E7BBD9-4DC8-4076-A2AB-F6966E95BCD4}" type="pres">
      <dgm:prSet presAssocID="{6529DEB0-3F47-46E3-82E0-C8B29FC6522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DD1FF05-CBB7-40A5-9902-BAB0F8EA8DB7}" type="presOf" srcId="{92B6D5C4-2FD1-41C7-BBCE-BD6802029556}" destId="{BAFA9106-C53E-4AC7-9DE0-AA38E56B8187}" srcOrd="0" destOrd="0" presId="urn:microsoft.com/office/officeart/2005/8/layout/list1"/>
    <dgm:cxn modelId="{9236AE08-B2D9-4730-A1E4-579441B7A0B1}" srcId="{1F20CDF7-3FCB-4240-8749-B5B2BE851793}" destId="{6E0A8553-0A99-4FBA-AAC8-AD63BF9BDB82}" srcOrd="3" destOrd="0" parTransId="{6B857936-F1CC-49F4-A3DA-DEBE85F4C78B}" sibTransId="{D27E516C-9F74-4152-86D8-9F2C22B4E471}"/>
    <dgm:cxn modelId="{793D3E09-FAF9-4847-A2E8-3C712A2F7C07}" type="presOf" srcId="{6E0A8553-0A99-4FBA-AAC8-AD63BF9BDB82}" destId="{3158CD66-94BB-46B5-9092-CCBDA7617B3D}" srcOrd="0" destOrd="0" presId="urn:microsoft.com/office/officeart/2005/8/layout/list1"/>
    <dgm:cxn modelId="{23334A36-DCD6-4461-B845-9EE69B75EDE2}" type="presOf" srcId="{1F20CDF7-3FCB-4240-8749-B5B2BE851793}" destId="{68F243B1-7AC3-4083-B611-8CF551156B6B}" srcOrd="0" destOrd="0" presId="urn:microsoft.com/office/officeart/2005/8/layout/list1"/>
    <dgm:cxn modelId="{E63C3B47-C43C-4632-A2BF-5E2543D8AE38}" type="presOf" srcId="{89E88363-87CB-461B-B281-BA45C8EE9DC8}" destId="{96507435-2379-4B94-A9CA-764B6DC1490B}" srcOrd="0" destOrd="0" presId="urn:microsoft.com/office/officeart/2005/8/layout/list1"/>
    <dgm:cxn modelId="{5300A46F-AEE3-4C65-8C20-637849733D29}" type="presOf" srcId="{F24954F2-9FC4-4101-9222-D68F4E5CCD89}" destId="{1F16D4E7-F97D-4038-97F3-E5D365ADC5C9}" srcOrd="1" destOrd="0" presId="urn:microsoft.com/office/officeart/2005/8/layout/list1"/>
    <dgm:cxn modelId="{3A0D1451-155B-4868-8251-0733FCB3984D}" srcId="{1F20CDF7-3FCB-4240-8749-B5B2BE851793}" destId="{6529DEB0-3F47-46E3-82E0-C8B29FC65220}" srcOrd="4" destOrd="0" parTransId="{C64B5AAE-6F20-4524-97D3-2E81A35E9091}" sibTransId="{FE97B498-3BCA-44FC-985B-D6C67DA0B4B1}"/>
    <dgm:cxn modelId="{3B112951-FF13-4AB5-B287-A755FFF2B5C5}" srcId="{1F20CDF7-3FCB-4240-8749-B5B2BE851793}" destId="{92B6D5C4-2FD1-41C7-BBCE-BD6802029556}" srcOrd="1" destOrd="0" parTransId="{22698F39-B73B-4201-9139-ACB5B00B0BBE}" sibTransId="{98E7971C-8868-460C-B6DB-16E3A093FBE0}"/>
    <dgm:cxn modelId="{723A3952-C658-4E55-80EF-B27EA9ED6931}" type="presOf" srcId="{6529DEB0-3F47-46E3-82E0-C8B29FC65220}" destId="{6C1BA406-841E-4F65-8737-03E54E407BCD}" srcOrd="1" destOrd="0" presId="urn:microsoft.com/office/officeart/2005/8/layout/list1"/>
    <dgm:cxn modelId="{10E5FB89-453C-405B-AC9C-F3956FBE10C9}" type="presOf" srcId="{F24954F2-9FC4-4101-9222-D68F4E5CCD89}" destId="{707C0CBB-434E-4029-B3AA-A6252BFE10B1}" srcOrd="0" destOrd="0" presId="urn:microsoft.com/office/officeart/2005/8/layout/list1"/>
    <dgm:cxn modelId="{589A489B-B826-4F11-A1DA-CF8B290CE23D}" type="presOf" srcId="{6529DEB0-3F47-46E3-82E0-C8B29FC65220}" destId="{4A611060-CFF6-4CD2-8951-706F3A74C536}" srcOrd="0" destOrd="0" presId="urn:microsoft.com/office/officeart/2005/8/layout/list1"/>
    <dgm:cxn modelId="{008652C7-1E8A-4C1C-81D6-745139CE3D11}" type="presOf" srcId="{6E0A8553-0A99-4FBA-AAC8-AD63BF9BDB82}" destId="{B94DE8BC-9F4A-4EF0-A31E-327E41468630}" srcOrd="1" destOrd="0" presId="urn:microsoft.com/office/officeart/2005/8/layout/list1"/>
    <dgm:cxn modelId="{0C2CCDD3-C8F1-4E41-AA77-8770E8574FA4}" type="presOf" srcId="{92B6D5C4-2FD1-41C7-BBCE-BD6802029556}" destId="{9D196787-729F-4A93-9CDF-382AF56E35FF}" srcOrd="1" destOrd="0" presId="urn:microsoft.com/office/officeart/2005/8/layout/list1"/>
    <dgm:cxn modelId="{741A8DE4-E438-404B-9619-48E0FAF812DC}" srcId="{1F20CDF7-3FCB-4240-8749-B5B2BE851793}" destId="{F24954F2-9FC4-4101-9222-D68F4E5CCD89}" srcOrd="2" destOrd="0" parTransId="{D3575569-5205-4A4B-A5BF-3FD6AF4AD79D}" sibTransId="{17248E10-6086-48C2-AB26-D785CC480B5A}"/>
    <dgm:cxn modelId="{7A6C5EE9-66A2-40D6-89C0-163786D462B9}" srcId="{1F20CDF7-3FCB-4240-8749-B5B2BE851793}" destId="{89E88363-87CB-461B-B281-BA45C8EE9DC8}" srcOrd="0" destOrd="0" parTransId="{6B4A1C8C-241D-4E3A-B785-A113F189F21E}" sibTransId="{7763BD3C-ED3A-4B14-B426-99544D31E976}"/>
    <dgm:cxn modelId="{46F62FEA-9DCB-4A76-AEB1-9385EDB50371}" type="presOf" srcId="{89E88363-87CB-461B-B281-BA45C8EE9DC8}" destId="{9F2A7BC1-C994-4DD3-A1C5-F328DD8E58D0}" srcOrd="1" destOrd="0" presId="urn:microsoft.com/office/officeart/2005/8/layout/list1"/>
    <dgm:cxn modelId="{56CFE47C-E110-43EB-92FC-C6A50532168F}" type="presParOf" srcId="{68F243B1-7AC3-4083-B611-8CF551156B6B}" destId="{B1E5ACBD-741F-46E9-AD42-458D47A1761A}" srcOrd="0" destOrd="0" presId="urn:microsoft.com/office/officeart/2005/8/layout/list1"/>
    <dgm:cxn modelId="{D232DE0B-5745-46E5-A023-467D91753A35}" type="presParOf" srcId="{B1E5ACBD-741F-46E9-AD42-458D47A1761A}" destId="{96507435-2379-4B94-A9CA-764B6DC1490B}" srcOrd="0" destOrd="0" presId="urn:microsoft.com/office/officeart/2005/8/layout/list1"/>
    <dgm:cxn modelId="{9AC146CF-2E9B-42FD-9205-26601F3D0500}" type="presParOf" srcId="{B1E5ACBD-741F-46E9-AD42-458D47A1761A}" destId="{9F2A7BC1-C994-4DD3-A1C5-F328DD8E58D0}" srcOrd="1" destOrd="0" presId="urn:microsoft.com/office/officeart/2005/8/layout/list1"/>
    <dgm:cxn modelId="{BFFC4E7D-6EC7-4145-A9D3-445E6F7732CA}" type="presParOf" srcId="{68F243B1-7AC3-4083-B611-8CF551156B6B}" destId="{67D8A16A-F58C-4527-A656-87712E624D59}" srcOrd="1" destOrd="0" presId="urn:microsoft.com/office/officeart/2005/8/layout/list1"/>
    <dgm:cxn modelId="{EF19E7A2-3228-4AC5-B2E8-3C7288353E7F}" type="presParOf" srcId="{68F243B1-7AC3-4083-B611-8CF551156B6B}" destId="{26B6290A-BDFC-4C52-8AF0-FA5330B7AFFF}" srcOrd="2" destOrd="0" presId="urn:microsoft.com/office/officeart/2005/8/layout/list1"/>
    <dgm:cxn modelId="{BA79A197-7FE3-42A1-9BA3-BF3705350318}" type="presParOf" srcId="{68F243B1-7AC3-4083-B611-8CF551156B6B}" destId="{C07B746E-E619-4CD4-AC08-E4EFFE69E321}" srcOrd="3" destOrd="0" presId="urn:microsoft.com/office/officeart/2005/8/layout/list1"/>
    <dgm:cxn modelId="{B5FCD0EF-2120-4777-8A74-6EF6EFC4DEA4}" type="presParOf" srcId="{68F243B1-7AC3-4083-B611-8CF551156B6B}" destId="{A79ED320-2B86-42FC-A461-D30127D8B6B8}" srcOrd="4" destOrd="0" presId="urn:microsoft.com/office/officeart/2005/8/layout/list1"/>
    <dgm:cxn modelId="{AFA284FE-B384-4366-9D84-05B03B4F3AE6}" type="presParOf" srcId="{A79ED320-2B86-42FC-A461-D30127D8B6B8}" destId="{BAFA9106-C53E-4AC7-9DE0-AA38E56B8187}" srcOrd="0" destOrd="0" presId="urn:microsoft.com/office/officeart/2005/8/layout/list1"/>
    <dgm:cxn modelId="{3BFA478C-5789-4F05-AC28-8A4510485626}" type="presParOf" srcId="{A79ED320-2B86-42FC-A461-D30127D8B6B8}" destId="{9D196787-729F-4A93-9CDF-382AF56E35FF}" srcOrd="1" destOrd="0" presId="urn:microsoft.com/office/officeart/2005/8/layout/list1"/>
    <dgm:cxn modelId="{ED2D64A8-872C-4DED-BA16-EDA5398048E2}" type="presParOf" srcId="{68F243B1-7AC3-4083-B611-8CF551156B6B}" destId="{5778832C-20A4-40E6-9A9F-A6AA8F52E88C}" srcOrd="5" destOrd="0" presId="urn:microsoft.com/office/officeart/2005/8/layout/list1"/>
    <dgm:cxn modelId="{4FC79B0A-740C-493A-A9B0-1091EC5BE873}" type="presParOf" srcId="{68F243B1-7AC3-4083-B611-8CF551156B6B}" destId="{2EB48C7C-F480-4A78-A04F-1B57094D0B40}" srcOrd="6" destOrd="0" presId="urn:microsoft.com/office/officeart/2005/8/layout/list1"/>
    <dgm:cxn modelId="{BA0861E0-45C2-4601-A301-D609DB3DF25E}" type="presParOf" srcId="{68F243B1-7AC3-4083-B611-8CF551156B6B}" destId="{0AD874B8-304F-49E9-A522-519AC406F36E}" srcOrd="7" destOrd="0" presId="urn:microsoft.com/office/officeart/2005/8/layout/list1"/>
    <dgm:cxn modelId="{0974D035-AC39-4B71-B013-0600AEC5305F}" type="presParOf" srcId="{68F243B1-7AC3-4083-B611-8CF551156B6B}" destId="{B5AB0B49-B4E2-48EF-BCE4-35118F503A5A}" srcOrd="8" destOrd="0" presId="urn:microsoft.com/office/officeart/2005/8/layout/list1"/>
    <dgm:cxn modelId="{64602460-7D42-4177-BD86-C55644739B1F}" type="presParOf" srcId="{B5AB0B49-B4E2-48EF-BCE4-35118F503A5A}" destId="{707C0CBB-434E-4029-B3AA-A6252BFE10B1}" srcOrd="0" destOrd="0" presId="urn:microsoft.com/office/officeart/2005/8/layout/list1"/>
    <dgm:cxn modelId="{90EF0B4D-7F21-4B55-8FBA-9E473F3228C6}" type="presParOf" srcId="{B5AB0B49-B4E2-48EF-BCE4-35118F503A5A}" destId="{1F16D4E7-F97D-4038-97F3-E5D365ADC5C9}" srcOrd="1" destOrd="0" presId="urn:microsoft.com/office/officeart/2005/8/layout/list1"/>
    <dgm:cxn modelId="{FBB34BC5-73CD-4074-999A-CD9184235A4F}" type="presParOf" srcId="{68F243B1-7AC3-4083-B611-8CF551156B6B}" destId="{300C33A5-0085-40EB-A976-EC243433354F}" srcOrd="9" destOrd="0" presId="urn:microsoft.com/office/officeart/2005/8/layout/list1"/>
    <dgm:cxn modelId="{0284E7D5-578B-4D5F-A860-206CF590DD20}" type="presParOf" srcId="{68F243B1-7AC3-4083-B611-8CF551156B6B}" destId="{071DB817-24AD-43F0-B087-D194E828F323}" srcOrd="10" destOrd="0" presId="urn:microsoft.com/office/officeart/2005/8/layout/list1"/>
    <dgm:cxn modelId="{E49DAB01-A4C8-44F1-BF1F-3E914334956A}" type="presParOf" srcId="{68F243B1-7AC3-4083-B611-8CF551156B6B}" destId="{B901CE8E-DCB3-4724-B125-7C2F8A02851E}" srcOrd="11" destOrd="0" presId="urn:microsoft.com/office/officeart/2005/8/layout/list1"/>
    <dgm:cxn modelId="{87D907C9-521B-429C-B50C-6FC32357A80F}" type="presParOf" srcId="{68F243B1-7AC3-4083-B611-8CF551156B6B}" destId="{1F2622F7-73F7-4FE0-AF52-CA6585FB9BB8}" srcOrd="12" destOrd="0" presId="urn:microsoft.com/office/officeart/2005/8/layout/list1"/>
    <dgm:cxn modelId="{72D32286-D22E-4A39-A77A-81D85197FA9D}" type="presParOf" srcId="{1F2622F7-73F7-4FE0-AF52-CA6585FB9BB8}" destId="{3158CD66-94BB-46B5-9092-CCBDA7617B3D}" srcOrd="0" destOrd="0" presId="urn:microsoft.com/office/officeart/2005/8/layout/list1"/>
    <dgm:cxn modelId="{9214A316-EEB0-4DAF-987F-E0DB6AF6AFA9}" type="presParOf" srcId="{1F2622F7-73F7-4FE0-AF52-CA6585FB9BB8}" destId="{B94DE8BC-9F4A-4EF0-A31E-327E41468630}" srcOrd="1" destOrd="0" presId="urn:microsoft.com/office/officeart/2005/8/layout/list1"/>
    <dgm:cxn modelId="{2811CA2C-0181-48D4-BBDF-59C95786F5FE}" type="presParOf" srcId="{68F243B1-7AC3-4083-B611-8CF551156B6B}" destId="{5CCB098E-48AA-4D22-84E6-95E0FBB2D332}" srcOrd="13" destOrd="0" presId="urn:microsoft.com/office/officeart/2005/8/layout/list1"/>
    <dgm:cxn modelId="{B32B8952-8E36-443C-BD66-1307B97D83B3}" type="presParOf" srcId="{68F243B1-7AC3-4083-B611-8CF551156B6B}" destId="{85501E1E-420E-422E-886D-C0FEADD452AC}" srcOrd="14" destOrd="0" presId="urn:microsoft.com/office/officeart/2005/8/layout/list1"/>
    <dgm:cxn modelId="{BCF3FDDA-8FFE-4090-B5FF-185481660FA7}" type="presParOf" srcId="{68F243B1-7AC3-4083-B611-8CF551156B6B}" destId="{25459D8B-5157-44C6-9560-CD083E92EC3A}" srcOrd="15" destOrd="0" presId="urn:microsoft.com/office/officeart/2005/8/layout/list1"/>
    <dgm:cxn modelId="{AD7A7365-AF9B-4992-A9C2-667EE9466EE0}" type="presParOf" srcId="{68F243B1-7AC3-4083-B611-8CF551156B6B}" destId="{AB086678-CBF5-476D-9DEF-7EB401D00C2C}" srcOrd="16" destOrd="0" presId="urn:microsoft.com/office/officeart/2005/8/layout/list1"/>
    <dgm:cxn modelId="{2E33E389-B036-4CC5-A86E-9616C6AF9F42}" type="presParOf" srcId="{AB086678-CBF5-476D-9DEF-7EB401D00C2C}" destId="{4A611060-CFF6-4CD2-8951-706F3A74C536}" srcOrd="0" destOrd="0" presId="urn:microsoft.com/office/officeart/2005/8/layout/list1"/>
    <dgm:cxn modelId="{67F22411-E6F4-45C6-8259-E10C50AF667C}" type="presParOf" srcId="{AB086678-CBF5-476D-9DEF-7EB401D00C2C}" destId="{6C1BA406-841E-4F65-8737-03E54E407BCD}" srcOrd="1" destOrd="0" presId="urn:microsoft.com/office/officeart/2005/8/layout/list1"/>
    <dgm:cxn modelId="{2D478DE7-D32B-4ADD-8613-D9931988C323}" type="presParOf" srcId="{68F243B1-7AC3-4083-B611-8CF551156B6B}" destId="{7AAD514E-75A9-42E6-B700-385B2782052C}" srcOrd="17" destOrd="0" presId="urn:microsoft.com/office/officeart/2005/8/layout/list1"/>
    <dgm:cxn modelId="{C2BC16DB-725A-42D5-8D2E-7E88A0112D14}" type="presParOf" srcId="{68F243B1-7AC3-4083-B611-8CF551156B6B}" destId="{27E7BBD9-4DC8-4076-A2AB-F6966E95BCD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449A9C1-DD08-4BFE-A2BE-FF5E37D2718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878DC2C-C3A8-4FB8-91F2-2D5777B17C92}">
      <dgm:prSet/>
      <dgm:spPr/>
      <dgm:t>
        <a:bodyPr/>
        <a:lstStyle/>
        <a:p>
          <a:pPr>
            <a:defRPr cap="all"/>
          </a:pPr>
          <a:r>
            <a:rPr lang="en-US" b="1"/>
            <a:t>Summary</a:t>
          </a:r>
          <a:endParaRPr lang="en-US"/>
        </a:p>
      </dgm:t>
    </dgm:pt>
    <dgm:pt modelId="{2CED6334-0EC4-4FFD-A269-44AAA43D0388}" type="parTrans" cxnId="{590214F7-5E5A-4197-91EE-D7D83E7CE55B}">
      <dgm:prSet/>
      <dgm:spPr/>
      <dgm:t>
        <a:bodyPr/>
        <a:lstStyle/>
        <a:p>
          <a:endParaRPr lang="en-US"/>
        </a:p>
      </dgm:t>
    </dgm:pt>
    <dgm:pt modelId="{B8AA6510-81A5-4CF5-8167-C81ADA8548F3}" type="sibTrans" cxnId="{590214F7-5E5A-4197-91EE-D7D83E7CE55B}">
      <dgm:prSet/>
      <dgm:spPr/>
      <dgm:t>
        <a:bodyPr/>
        <a:lstStyle/>
        <a:p>
          <a:endParaRPr lang="en-US"/>
        </a:p>
      </dgm:t>
    </dgm:pt>
    <dgm:pt modelId="{EC368C3A-FD67-44C8-904E-4642C91384D7}">
      <dgm:prSet/>
      <dgm:spPr/>
      <dgm:t>
        <a:bodyPr/>
        <a:lstStyle/>
        <a:p>
          <a:pPr>
            <a:defRPr cap="all"/>
          </a:pPr>
          <a:r>
            <a:rPr lang="en-US"/>
            <a:t>Full-stack ownership</a:t>
          </a:r>
        </a:p>
      </dgm:t>
    </dgm:pt>
    <dgm:pt modelId="{384EA34D-B12C-4584-8986-D623CD9A0E35}" type="parTrans" cxnId="{5E3C482A-883B-473B-819D-FE86A6CB6DB8}">
      <dgm:prSet/>
      <dgm:spPr/>
      <dgm:t>
        <a:bodyPr/>
        <a:lstStyle/>
        <a:p>
          <a:endParaRPr lang="en-US"/>
        </a:p>
      </dgm:t>
    </dgm:pt>
    <dgm:pt modelId="{CB5F532C-5468-4F82-82CD-10D8DDDEE77E}" type="sibTrans" cxnId="{5E3C482A-883B-473B-819D-FE86A6CB6DB8}">
      <dgm:prSet/>
      <dgm:spPr/>
      <dgm:t>
        <a:bodyPr/>
        <a:lstStyle/>
        <a:p>
          <a:endParaRPr lang="en-US"/>
        </a:p>
      </dgm:t>
    </dgm:pt>
    <dgm:pt modelId="{1335FDB2-4219-456F-94B7-680F771C5636}">
      <dgm:prSet/>
      <dgm:spPr/>
      <dgm:t>
        <a:bodyPr/>
        <a:lstStyle/>
        <a:p>
          <a:pPr>
            <a:defRPr cap="all"/>
          </a:pPr>
          <a:r>
            <a:rPr lang="en-US"/>
            <a:t>Secure role-based design</a:t>
          </a:r>
        </a:p>
      </dgm:t>
    </dgm:pt>
    <dgm:pt modelId="{8AB1B49B-92C2-4D91-AFAE-36EEB4C733C7}" type="parTrans" cxnId="{44495068-F517-4A26-AA12-4949424CBAC2}">
      <dgm:prSet/>
      <dgm:spPr/>
      <dgm:t>
        <a:bodyPr/>
        <a:lstStyle/>
        <a:p>
          <a:endParaRPr lang="en-US"/>
        </a:p>
      </dgm:t>
    </dgm:pt>
    <dgm:pt modelId="{03078480-BE58-4280-B8A2-5097F979A1A6}" type="sibTrans" cxnId="{44495068-F517-4A26-AA12-4949424CBAC2}">
      <dgm:prSet/>
      <dgm:spPr/>
      <dgm:t>
        <a:bodyPr/>
        <a:lstStyle/>
        <a:p>
          <a:endParaRPr lang="en-US"/>
        </a:p>
      </dgm:t>
    </dgm:pt>
    <dgm:pt modelId="{8B68AFB8-C6E5-4823-A402-051FB74162B3}">
      <dgm:prSet/>
      <dgm:spPr/>
      <dgm:t>
        <a:bodyPr/>
        <a:lstStyle/>
        <a:p>
          <a:pPr>
            <a:defRPr cap="all"/>
          </a:pPr>
          <a:r>
            <a:rPr lang="en-US"/>
            <a:t>Clean, scalable architecture</a:t>
          </a:r>
        </a:p>
      </dgm:t>
    </dgm:pt>
    <dgm:pt modelId="{A2ADBC30-AFE0-4CE6-8470-F122CEEB61F7}" type="parTrans" cxnId="{A7D21A78-3B4F-42C7-B4C3-85773266F311}">
      <dgm:prSet/>
      <dgm:spPr/>
      <dgm:t>
        <a:bodyPr/>
        <a:lstStyle/>
        <a:p>
          <a:endParaRPr lang="en-US"/>
        </a:p>
      </dgm:t>
    </dgm:pt>
    <dgm:pt modelId="{6B2F0C52-D365-4365-9D14-D3437E71FEF8}" type="sibTrans" cxnId="{A7D21A78-3B4F-42C7-B4C3-85773266F311}">
      <dgm:prSet/>
      <dgm:spPr/>
      <dgm:t>
        <a:bodyPr/>
        <a:lstStyle/>
        <a:p>
          <a:endParaRPr lang="en-US"/>
        </a:p>
      </dgm:t>
    </dgm:pt>
    <dgm:pt modelId="{2ECDDB72-5B7B-475D-95E4-D5E5A369416F}" type="pres">
      <dgm:prSet presAssocID="{2449A9C1-DD08-4BFE-A2BE-FF5E37D27189}" presName="root" presStyleCnt="0">
        <dgm:presLayoutVars>
          <dgm:dir/>
          <dgm:resizeHandles val="exact"/>
        </dgm:presLayoutVars>
      </dgm:prSet>
      <dgm:spPr/>
    </dgm:pt>
    <dgm:pt modelId="{1E87E4A3-055E-4F87-9A84-C93C9817F943}" type="pres">
      <dgm:prSet presAssocID="{7878DC2C-C3A8-4FB8-91F2-2D5777B17C92}" presName="compNode" presStyleCnt="0"/>
      <dgm:spPr/>
    </dgm:pt>
    <dgm:pt modelId="{164254B8-C46C-45D4-9485-04156B17DB26}" type="pres">
      <dgm:prSet presAssocID="{7878DC2C-C3A8-4FB8-91F2-2D5777B17C92}" presName="iconBgRect" presStyleLbl="bgShp" presStyleIdx="0" presStyleCnt="4"/>
      <dgm:spPr/>
    </dgm:pt>
    <dgm:pt modelId="{717FA0DD-2943-4F33-8A78-CF3D018F335B}" type="pres">
      <dgm:prSet presAssocID="{7878DC2C-C3A8-4FB8-91F2-2D5777B17C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3B08228-90F0-43A7-8016-774E8C5758D3}" type="pres">
      <dgm:prSet presAssocID="{7878DC2C-C3A8-4FB8-91F2-2D5777B17C92}" presName="spaceRect" presStyleCnt="0"/>
      <dgm:spPr/>
    </dgm:pt>
    <dgm:pt modelId="{C07D1410-A7D7-4198-98D5-CDB8F57585C1}" type="pres">
      <dgm:prSet presAssocID="{7878DC2C-C3A8-4FB8-91F2-2D5777B17C92}" presName="textRect" presStyleLbl="revTx" presStyleIdx="0" presStyleCnt="4">
        <dgm:presLayoutVars>
          <dgm:chMax val="1"/>
          <dgm:chPref val="1"/>
        </dgm:presLayoutVars>
      </dgm:prSet>
      <dgm:spPr/>
    </dgm:pt>
    <dgm:pt modelId="{DC4B5C2E-4A81-4729-AC44-1FD575BAEF2C}" type="pres">
      <dgm:prSet presAssocID="{B8AA6510-81A5-4CF5-8167-C81ADA8548F3}" presName="sibTrans" presStyleCnt="0"/>
      <dgm:spPr/>
    </dgm:pt>
    <dgm:pt modelId="{7EECDEA7-1C27-4FAE-ACBD-276DDB864060}" type="pres">
      <dgm:prSet presAssocID="{EC368C3A-FD67-44C8-904E-4642C91384D7}" presName="compNode" presStyleCnt="0"/>
      <dgm:spPr/>
    </dgm:pt>
    <dgm:pt modelId="{3EEB12B5-1A24-4CC2-AAAA-255DB50D4775}" type="pres">
      <dgm:prSet presAssocID="{EC368C3A-FD67-44C8-904E-4642C91384D7}" presName="iconBgRect" presStyleLbl="bgShp" presStyleIdx="1" presStyleCnt="4"/>
      <dgm:spPr/>
    </dgm:pt>
    <dgm:pt modelId="{369D1184-6C09-45C2-AA5F-82DD44696B10}" type="pres">
      <dgm:prSet presAssocID="{EC368C3A-FD67-44C8-904E-4642C91384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2780CEF2-3FAA-4947-A867-9420093B799E}" type="pres">
      <dgm:prSet presAssocID="{EC368C3A-FD67-44C8-904E-4642C91384D7}" presName="spaceRect" presStyleCnt="0"/>
      <dgm:spPr/>
    </dgm:pt>
    <dgm:pt modelId="{58016BED-120B-4A48-8B0D-DD5306746DB3}" type="pres">
      <dgm:prSet presAssocID="{EC368C3A-FD67-44C8-904E-4642C91384D7}" presName="textRect" presStyleLbl="revTx" presStyleIdx="1" presStyleCnt="4">
        <dgm:presLayoutVars>
          <dgm:chMax val="1"/>
          <dgm:chPref val="1"/>
        </dgm:presLayoutVars>
      </dgm:prSet>
      <dgm:spPr/>
    </dgm:pt>
    <dgm:pt modelId="{90980DBC-9862-4591-BCBF-516E035E0457}" type="pres">
      <dgm:prSet presAssocID="{CB5F532C-5468-4F82-82CD-10D8DDDEE77E}" presName="sibTrans" presStyleCnt="0"/>
      <dgm:spPr/>
    </dgm:pt>
    <dgm:pt modelId="{C0D6A71C-C040-4799-956B-115F56A85BCF}" type="pres">
      <dgm:prSet presAssocID="{1335FDB2-4219-456F-94B7-680F771C5636}" presName="compNode" presStyleCnt="0"/>
      <dgm:spPr/>
    </dgm:pt>
    <dgm:pt modelId="{7CC15E62-7190-438C-B816-D11028C92888}" type="pres">
      <dgm:prSet presAssocID="{1335FDB2-4219-456F-94B7-680F771C5636}" presName="iconBgRect" presStyleLbl="bgShp" presStyleIdx="2" presStyleCnt="4"/>
      <dgm:spPr/>
    </dgm:pt>
    <dgm:pt modelId="{6C11EE10-062E-4BC4-A16A-8388DCB6DABD}" type="pres">
      <dgm:prSet presAssocID="{1335FDB2-4219-456F-94B7-680F771C56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62B103D-902E-46A9-ACC8-4D8D1426798F}" type="pres">
      <dgm:prSet presAssocID="{1335FDB2-4219-456F-94B7-680F771C5636}" presName="spaceRect" presStyleCnt="0"/>
      <dgm:spPr/>
    </dgm:pt>
    <dgm:pt modelId="{7EB3296C-A675-4374-99B8-A6C7214AA80F}" type="pres">
      <dgm:prSet presAssocID="{1335FDB2-4219-456F-94B7-680F771C5636}" presName="textRect" presStyleLbl="revTx" presStyleIdx="2" presStyleCnt="4">
        <dgm:presLayoutVars>
          <dgm:chMax val="1"/>
          <dgm:chPref val="1"/>
        </dgm:presLayoutVars>
      </dgm:prSet>
      <dgm:spPr/>
    </dgm:pt>
    <dgm:pt modelId="{C942697C-60DE-4530-8688-C99AE86024BE}" type="pres">
      <dgm:prSet presAssocID="{03078480-BE58-4280-B8A2-5097F979A1A6}" presName="sibTrans" presStyleCnt="0"/>
      <dgm:spPr/>
    </dgm:pt>
    <dgm:pt modelId="{60DEB94C-9CF0-46D2-BE9A-2C4A2063B552}" type="pres">
      <dgm:prSet presAssocID="{8B68AFB8-C6E5-4823-A402-051FB74162B3}" presName="compNode" presStyleCnt="0"/>
      <dgm:spPr/>
    </dgm:pt>
    <dgm:pt modelId="{B50BDA98-7040-434D-88B5-70C922F28A19}" type="pres">
      <dgm:prSet presAssocID="{8B68AFB8-C6E5-4823-A402-051FB74162B3}" presName="iconBgRect" presStyleLbl="bgShp" presStyleIdx="3" presStyleCnt="4"/>
      <dgm:spPr/>
    </dgm:pt>
    <dgm:pt modelId="{26E3FF8B-6E5C-420D-9C01-516425D8B651}" type="pres">
      <dgm:prSet presAssocID="{8B68AFB8-C6E5-4823-A402-051FB74162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5B5555-253B-4752-86B7-E24AC1B74550}" type="pres">
      <dgm:prSet presAssocID="{8B68AFB8-C6E5-4823-A402-051FB74162B3}" presName="spaceRect" presStyleCnt="0"/>
      <dgm:spPr/>
    </dgm:pt>
    <dgm:pt modelId="{E4D144ED-126C-44EB-BD06-5AD0769A14DC}" type="pres">
      <dgm:prSet presAssocID="{8B68AFB8-C6E5-4823-A402-051FB74162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E3C482A-883B-473B-819D-FE86A6CB6DB8}" srcId="{2449A9C1-DD08-4BFE-A2BE-FF5E37D27189}" destId="{EC368C3A-FD67-44C8-904E-4642C91384D7}" srcOrd="1" destOrd="0" parTransId="{384EA34D-B12C-4584-8986-D623CD9A0E35}" sibTransId="{CB5F532C-5468-4F82-82CD-10D8DDDEE77E}"/>
    <dgm:cxn modelId="{CC35BF31-6F39-4157-9F2D-87B7C51493E7}" type="presOf" srcId="{7878DC2C-C3A8-4FB8-91F2-2D5777B17C92}" destId="{C07D1410-A7D7-4198-98D5-CDB8F57585C1}" srcOrd="0" destOrd="0" presId="urn:microsoft.com/office/officeart/2018/5/layout/IconCircleLabelList"/>
    <dgm:cxn modelId="{44495068-F517-4A26-AA12-4949424CBAC2}" srcId="{2449A9C1-DD08-4BFE-A2BE-FF5E37D27189}" destId="{1335FDB2-4219-456F-94B7-680F771C5636}" srcOrd="2" destOrd="0" parTransId="{8AB1B49B-92C2-4D91-AFAE-36EEB4C733C7}" sibTransId="{03078480-BE58-4280-B8A2-5097F979A1A6}"/>
    <dgm:cxn modelId="{6C0C524C-541B-442E-A051-C7D922A23FED}" type="presOf" srcId="{EC368C3A-FD67-44C8-904E-4642C91384D7}" destId="{58016BED-120B-4A48-8B0D-DD5306746DB3}" srcOrd="0" destOrd="0" presId="urn:microsoft.com/office/officeart/2018/5/layout/IconCircleLabelList"/>
    <dgm:cxn modelId="{A7D21A78-3B4F-42C7-B4C3-85773266F311}" srcId="{2449A9C1-DD08-4BFE-A2BE-FF5E37D27189}" destId="{8B68AFB8-C6E5-4823-A402-051FB74162B3}" srcOrd="3" destOrd="0" parTransId="{A2ADBC30-AFE0-4CE6-8470-F122CEEB61F7}" sibTransId="{6B2F0C52-D365-4365-9D14-D3437E71FEF8}"/>
    <dgm:cxn modelId="{2DA8E293-9D8C-4D8E-BDC8-B69AA1C9A87B}" type="presOf" srcId="{2449A9C1-DD08-4BFE-A2BE-FF5E37D27189}" destId="{2ECDDB72-5B7B-475D-95E4-D5E5A369416F}" srcOrd="0" destOrd="0" presId="urn:microsoft.com/office/officeart/2018/5/layout/IconCircleLabelList"/>
    <dgm:cxn modelId="{5234D294-9AE9-4574-8642-D59AF097D3DA}" type="presOf" srcId="{1335FDB2-4219-456F-94B7-680F771C5636}" destId="{7EB3296C-A675-4374-99B8-A6C7214AA80F}" srcOrd="0" destOrd="0" presId="urn:microsoft.com/office/officeart/2018/5/layout/IconCircleLabelList"/>
    <dgm:cxn modelId="{ECF277B9-347C-4E91-BCC1-7D01AA6E2BA4}" type="presOf" srcId="{8B68AFB8-C6E5-4823-A402-051FB74162B3}" destId="{E4D144ED-126C-44EB-BD06-5AD0769A14DC}" srcOrd="0" destOrd="0" presId="urn:microsoft.com/office/officeart/2018/5/layout/IconCircleLabelList"/>
    <dgm:cxn modelId="{590214F7-5E5A-4197-91EE-D7D83E7CE55B}" srcId="{2449A9C1-DD08-4BFE-A2BE-FF5E37D27189}" destId="{7878DC2C-C3A8-4FB8-91F2-2D5777B17C92}" srcOrd="0" destOrd="0" parTransId="{2CED6334-0EC4-4FFD-A269-44AAA43D0388}" sibTransId="{B8AA6510-81A5-4CF5-8167-C81ADA8548F3}"/>
    <dgm:cxn modelId="{D424748D-3553-4A6D-9E9D-5BDA369EB2B6}" type="presParOf" srcId="{2ECDDB72-5B7B-475D-95E4-D5E5A369416F}" destId="{1E87E4A3-055E-4F87-9A84-C93C9817F943}" srcOrd="0" destOrd="0" presId="urn:microsoft.com/office/officeart/2018/5/layout/IconCircleLabelList"/>
    <dgm:cxn modelId="{856209D3-25B9-48AB-BB6D-9970BD288EF2}" type="presParOf" srcId="{1E87E4A3-055E-4F87-9A84-C93C9817F943}" destId="{164254B8-C46C-45D4-9485-04156B17DB26}" srcOrd="0" destOrd="0" presId="urn:microsoft.com/office/officeart/2018/5/layout/IconCircleLabelList"/>
    <dgm:cxn modelId="{B4460C31-4BFF-47B7-87B7-77C8BA278D3C}" type="presParOf" srcId="{1E87E4A3-055E-4F87-9A84-C93C9817F943}" destId="{717FA0DD-2943-4F33-8A78-CF3D018F335B}" srcOrd="1" destOrd="0" presId="urn:microsoft.com/office/officeart/2018/5/layout/IconCircleLabelList"/>
    <dgm:cxn modelId="{D2CB3479-A9D4-4135-9E56-3551DF0FEF8F}" type="presParOf" srcId="{1E87E4A3-055E-4F87-9A84-C93C9817F943}" destId="{E3B08228-90F0-43A7-8016-774E8C5758D3}" srcOrd="2" destOrd="0" presId="urn:microsoft.com/office/officeart/2018/5/layout/IconCircleLabelList"/>
    <dgm:cxn modelId="{03EAD0AC-B65E-4647-B607-4326DD2ADCAF}" type="presParOf" srcId="{1E87E4A3-055E-4F87-9A84-C93C9817F943}" destId="{C07D1410-A7D7-4198-98D5-CDB8F57585C1}" srcOrd="3" destOrd="0" presId="urn:microsoft.com/office/officeart/2018/5/layout/IconCircleLabelList"/>
    <dgm:cxn modelId="{237B08C4-3FE6-4EB4-9399-6098473DFC91}" type="presParOf" srcId="{2ECDDB72-5B7B-475D-95E4-D5E5A369416F}" destId="{DC4B5C2E-4A81-4729-AC44-1FD575BAEF2C}" srcOrd="1" destOrd="0" presId="urn:microsoft.com/office/officeart/2018/5/layout/IconCircleLabelList"/>
    <dgm:cxn modelId="{62ED4B7B-EC3C-4B5A-AC46-49B8538B665B}" type="presParOf" srcId="{2ECDDB72-5B7B-475D-95E4-D5E5A369416F}" destId="{7EECDEA7-1C27-4FAE-ACBD-276DDB864060}" srcOrd="2" destOrd="0" presId="urn:microsoft.com/office/officeart/2018/5/layout/IconCircleLabelList"/>
    <dgm:cxn modelId="{1F4F909C-DBCD-4239-A82B-75288332D323}" type="presParOf" srcId="{7EECDEA7-1C27-4FAE-ACBD-276DDB864060}" destId="{3EEB12B5-1A24-4CC2-AAAA-255DB50D4775}" srcOrd="0" destOrd="0" presId="urn:microsoft.com/office/officeart/2018/5/layout/IconCircleLabelList"/>
    <dgm:cxn modelId="{D83C587C-5374-4D5D-B2F4-68AC9C4C8A9A}" type="presParOf" srcId="{7EECDEA7-1C27-4FAE-ACBD-276DDB864060}" destId="{369D1184-6C09-45C2-AA5F-82DD44696B10}" srcOrd="1" destOrd="0" presId="urn:microsoft.com/office/officeart/2018/5/layout/IconCircleLabelList"/>
    <dgm:cxn modelId="{8148C7C0-1AD9-4188-9890-E495B5C04746}" type="presParOf" srcId="{7EECDEA7-1C27-4FAE-ACBD-276DDB864060}" destId="{2780CEF2-3FAA-4947-A867-9420093B799E}" srcOrd="2" destOrd="0" presId="urn:microsoft.com/office/officeart/2018/5/layout/IconCircleLabelList"/>
    <dgm:cxn modelId="{D42B9A1D-9A09-4E25-9487-6DD829E1BBE3}" type="presParOf" srcId="{7EECDEA7-1C27-4FAE-ACBD-276DDB864060}" destId="{58016BED-120B-4A48-8B0D-DD5306746DB3}" srcOrd="3" destOrd="0" presId="urn:microsoft.com/office/officeart/2018/5/layout/IconCircleLabelList"/>
    <dgm:cxn modelId="{54C4A764-15CE-4CB5-87B0-A07A4CFD5C19}" type="presParOf" srcId="{2ECDDB72-5B7B-475D-95E4-D5E5A369416F}" destId="{90980DBC-9862-4591-BCBF-516E035E0457}" srcOrd="3" destOrd="0" presId="urn:microsoft.com/office/officeart/2018/5/layout/IconCircleLabelList"/>
    <dgm:cxn modelId="{FE166FE5-32D1-42BF-B8AF-3C0E989B12FE}" type="presParOf" srcId="{2ECDDB72-5B7B-475D-95E4-D5E5A369416F}" destId="{C0D6A71C-C040-4799-956B-115F56A85BCF}" srcOrd="4" destOrd="0" presId="urn:microsoft.com/office/officeart/2018/5/layout/IconCircleLabelList"/>
    <dgm:cxn modelId="{32A13A29-5B24-4877-A9C8-1560803D80AF}" type="presParOf" srcId="{C0D6A71C-C040-4799-956B-115F56A85BCF}" destId="{7CC15E62-7190-438C-B816-D11028C92888}" srcOrd="0" destOrd="0" presId="urn:microsoft.com/office/officeart/2018/5/layout/IconCircleLabelList"/>
    <dgm:cxn modelId="{05060B46-0191-4F4B-9520-97DCBB6F3DEE}" type="presParOf" srcId="{C0D6A71C-C040-4799-956B-115F56A85BCF}" destId="{6C11EE10-062E-4BC4-A16A-8388DCB6DABD}" srcOrd="1" destOrd="0" presId="urn:microsoft.com/office/officeart/2018/5/layout/IconCircleLabelList"/>
    <dgm:cxn modelId="{EA055F8F-ED9F-4FAF-8E1E-F276658979F6}" type="presParOf" srcId="{C0D6A71C-C040-4799-956B-115F56A85BCF}" destId="{462B103D-902E-46A9-ACC8-4D8D1426798F}" srcOrd="2" destOrd="0" presId="urn:microsoft.com/office/officeart/2018/5/layout/IconCircleLabelList"/>
    <dgm:cxn modelId="{3C39162D-2BF2-41BF-BDF0-DB3C8DCD0958}" type="presParOf" srcId="{C0D6A71C-C040-4799-956B-115F56A85BCF}" destId="{7EB3296C-A675-4374-99B8-A6C7214AA80F}" srcOrd="3" destOrd="0" presId="urn:microsoft.com/office/officeart/2018/5/layout/IconCircleLabelList"/>
    <dgm:cxn modelId="{E1FC8765-2776-4D5D-9F1A-D48F9845430F}" type="presParOf" srcId="{2ECDDB72-5B7B-475D-95E4-D5E5A369416F}" destId="{C942697C-60DE-4530-8688-C99AE86024BE}" srcOrd="5" destOrd="0" presId="urn:microsoft.com/office/officeart/2018/5/layout/IconCircleLabelList"/>
    <dgm:cxn modelId="{1A23DA47-F652-4262-ADF9-1B621914E64B}" type="presParOf" srcId="{2ECDDB72-5B7B-475D-95E4-D5E5A369416F}" destId="{60DEB94C-9CF0-46D2-BE9A-2C4A2063B552}" srcOrd="6" destOrd="0" presId="urn:microsoft.com/office/officeart/2018/5/layout/IconCircleLabelList"/>
    <dgm:cxn modelId="{23054C3C-69A4-4FCA-9199-81E7862366FE}" type="presParOf" srcId="{60DEB94C-9CF0-46D2-BE9A-2C4A2063B552}" destId="{B50BDA98-7040-434D-88B5-70C922F28A19}" srcOrd="0" destOrd="0" presId="urn:microsoft.com/office/officeart/2018/5/layout/IconCircleLabelList"/>
    <dgm:cxn modelId="{D0997417-CC23-4D47-8E6A-58702725BA85}" type="presParOf" srcId="{60DEB94C-9CF0-46D2-BE9A-2C4A2063B552}" destId="{26E3FF8B-6E5C-420D-9C01-516425D8B651}" srcOrd="1" destOrd="0" presId="urn:microsoft.com/office/officeart/2018/5/layout/IconCircleLabelList"/>
    <dgm:cxn modelId="{E959D787-77BF-467F-BA01-A9373DC21E8B}" type="presParOf" srcId="{60DEB94C-9CF0-46D2-BE9A-2C4A2063B552}" destId="{315B5555-253B-4752-86B7-E24AC1B74550}" srcOrd="2" destOrd="0" presId="urn:microsoft.com/office/officeart/2018/5/layout/IconCircleLabelList"/>
    <dgm:cxn modelId="{4C2B7A17-5F81-48F9-83B2-873C7A100485}" type="presParOf" srcId="{60DEB94C-9CF0-46D2-BE9A-2C4A2063B552}" destId="{E4D144ED-126C-44EB-BD06-5AD0769A14D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DEBE715-6725-419A-9E3D-1AC0783B9E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BE906A-ACC1-4D5C-AD3F-A7813B0A2C9C}">
      <dgm:prSet/>
      <dgm:spPr/>
      <dgm:t>
        <a:bodyPr/>
        <a:lstStyle/>
        <a:p>
          <a:r>
            <a:rPr lang="en-US" b="1"/>
            <a:t>Where Things Live</a:t>
          </a:r>
          <a:endParaRPr lang="en-US"/>
        </a:p>
      </dgm:t>
    </dgm:pt>
    <dgm:pt modelId="{68FA50EF-3044-41F4-901E-9E3F7EF0578E}" type="parTrans" cxnId="{A0E7A4D6-E04A-43A3-8FD9-DB4A1EE93158}">
      <dgm:prSet/>
      <dgm:spPr/>
      <dgm:t>
        <a:bodyPr/>
        <a:lstStyle/>
        <a:p>
          <a:endParaRPr lang="en-US"/>
        </a:p>
      </dgm:t>
    </dgm:pt>
    <dgm:pt modelId="{CAA80C79-0E3D-4515-9F00-86BA56A41DFD}" type="sibTrans" cxnId="{A0E7A4D6-E04A-43A3-8FD9-DB4A1EE93158}">
      <dgm:prSet/>
      <dgm:spPr/>
      <dgm:t>
        <a:bodyPr/>
        <a:lstStyle/>
        <a:p>
          <a:endParaRPr lang="en-US"/>
        </a:p>
      </dgm:t>
    </dgm:pt>
    <dgm:pt modelId="{4C6FB6EB-B5F7-421B-A664-D12D7CA88B1F}">
      <dgm:prSet/>
      <dgm:spPr/>
      <dgm:t>
        <a:bodyPr/>
        <a:lstStyle/>
        <a:p>
          <a:r>
            <a:rPr lang="en-US"/>
            <a:t>Authentication state: AuthContext.tsx</a:t>
          </a:r>
        </a:p>
      </dgm:t>
    </dgm:pt>
    <dgm:pt modelId="{85A26659-55A9-4181-BBE6-C76770870E42}" type="parTrans" cxnId="{B8D1F8BC-99BB-470F-97D7-C89AC22B9587}">
      <dgm:prSet/>
      <dgm:spPr/>
      <dgm:t>
        <a:bodyPr/>
        <a:lstStyle/>
        <a:p>
          <a:endParaRPr lang="en-US"/>
        </a:p>
      </dgm:t>
    </dgm:pt>
    <dgm:pt modelId="{953BB73B-3936-451E-927B-652729726194}" type="sibTrans" cxnId="{B8D1F8BC-99BB-470F-97D7-C89AC22B9587}">
      <dgm:prSet/>
      <dgm:spPr/>
      <dgm:t>
        <a:bodyPr/>
        <a:lstStyle/>
        <a:p>
          <a:endParaRPr lang="en-US"/>
        </a:p>
      </dgm:t>
    </dgm:pt>
    <dgm:pt modelId="{24513EE7-4F89-4D31-AE29-EBFEF7A81D33}">
      <dgm:prSet/>
      <dgm:spPr/>
      <dgm:t>
        <a:bodyPr/>
        <a:lstStyle/>
        <a:p>
          <a:r>
            <a:rPr lang="en-US"/>
            <a:t>HTTP client and JWT attachment: api.ts</a:t>
          </a:r>
        </a:p>
      </dgm:t>
    </dgm:pt>
    <dgm:pt modelId="{D20C99A9-4449-4A9F-BDD4-9ACD44C3F68C}" type="parTrans" cxnId="{8A194DFA-DD57-469E-93D1-F784714E423E}">
      <dgm:prSet/>
      <dgm:spPr/>
      <dgm:t>
        <a:bodyPr/>
        <a:lstStyle/>
        <a:p>
          <a:endParaRPr lang="en-US"/>
        </a:p>
      </dgm:t>
    </dgm:pt>
    <dgm:pt modelId="{9F24D0C6-A40A-4988-B53F-EB141BE67E0F}" type="sibTrans" cxnId="{8A194DFA-DD57-469E-93D1-F784714E423E}">
      <dgm:prSet/>
      <dgm:spPr/>
      <dgm:t>
        <a:bodyPr/>
        <a:lstStyle/>
        <a:p>
          <a:endParaRPr lang="en-US"/>
        </a:p>
      </dgm:t>
    </dgm:pt>
    <dgm:pt modelId="{ECF21D8B-E8F9-4845-A28F-FA7A8F8AC093}">
      <dgm:prSet/>
      <dgm:spPr/>
      <dgm:t>
        <a:bodyPr/>
        <a:lstStyle/>
        <a:p>
          <a:r>
            <a:rPr lang="en-US"/>
            <a:t>Route protection: RequireRole.tsx</a:t>
          </a:r>
        </a:p>
      </dgm:t>
    </dgm:pt>
    <dgm:pt modelId="{33E9E09E-D464-4EF5-9F2C-C3CB9E0B178C}" type="parTrans" cxnId="{689E529C-4C98-4693-B29E-C9417019593E}">
      <dgm:prSet/>
      <dgm:spPr/>
      <dgm:t>
        <a:bodyPr/>
        <a:lstStyle/>
        <a:p>
          <a:endParaRPr lang="en-US"/>
        </a:p>
      </dgm:t>
    </dgm:pt>
    <dgm:pt modelId="{509B504F-37BC-471A-8379-DB3C670458C2}" type="sibTrans" cxnId="{689E529C-4C98-4693-B29E-C9417019593E}">
      <dgm:prSet/>
      <dgm:spPr/>
      <dgm:t>
        <a:bodyPr/>
        <a:lstStyle/>
        <a:p>
          <a:endParaRPr lang="en-US"/>
        </a:p>
      </dgm:t>
    </dgm:pt>
    <dgm:pt modelId="{B57D9495-EF53-4C0F-8FAC-0B3CD2BE7669}">
      <dgm:prSet/>
      <dgm:spPr/>
      <dgm:t>
        <a:bodyPr/>
        <a:lstStyle/>
        <a:p>
          <a:r>
            <a:rPr lang="en-US"/>
            <a:t>Core role-based UI: KidsRewardsPage.tsx</a:t>
          </a:r>
        </a:p>
      </dgm:t>
    </dgm:pt>
    <dgm:pt modelId="{A21E419A-4D43-43AC-95C1-07549BC56E8C}" type="parTrans" cxnId="{AAD1D3CB-CDFA-46D1-8D71-CA631787552F}">
      <dgm:prSet/>
      <dgm:spPr/>
      <dgm:t>
        <a:bodyPr/>
        <a:lstStyle/>
        <a:p>
          <a:endParaRPr lang="en-US"/>
        </a:p>
      </dgm:t>
    </dgm:pt>
    <dgm:pt modelId="{BFAE2BA1-6278-4A17-A86B-0C7E1005CB96}" type="sibTrans" cxnId="{AAD1D3CB-CDFA-46D1-8D71-CA631787552F}">
      <dgm:prSet/>
      <dgm:spPr/>
      <dgm:t>
        <a:bodyPr/>
        <a:lstStyle/>
        <a:p>
          <a:endParaRPr lang="en-US"/>
        </a:p>
      </dgm:t>
    </dgm:pt>
    <dgm:pt modelId="{8D05E393-1A0B-4B1B-AE0C-7EE8C5CD5D0D}">
      <dgm:prSet/>
      <dgm:spPr/>
      <dgm:t>
        <a:bodyPr/>
        <a:lstStyle/>
        <a:p>
          <a:r>
            <a:rPr lang="en-US"/>
            <a:t>Data contracts: types.ts</a:t>
          </a:r>
        </a:p>
      </dgm:t>
    </dgm:pt>
    <dgm:pt modelId="{598FF39A-EEEF-4E75-ABF5-9626074540A9}" type="parTrans" cxnId="{6B819AA5-2DBB-479B-BCC1-C28E62BB48EE}">
      <dgm:prSet/>
      <dgm:spPr/>
      <dgm:t>
        <a:bodyPr/>
        <a:lstStyle/>
        <a:p>
          <a:endParaRPr lang="en-US"/>
        </a:p>
      </dgm:t>
    </dgm:pt>
    <dgm:pt modelId="{2AA17EE6-9FCB-415E-A1DE-337DC2E3D26E}" type="sibTrans" cxnId="{6B819AA5-2DBB-479B-BCC1-C28E62BB48EE}">
      <dgm:prSet/>
      <dgm:spPr/>
      <dgm:t>
        <a:bodyPr/>
        <a:lstStyle/>
        <a:p>
          <a:endParaRPr lang="en-US"/>
        </a:p>
      </dgm:t>
    </dgm:pt>
    <dgm:pt modelId="{CC3CF178-F495-4113-8809-6D97D143027F}">
      <dgm:prSet/>
      <dgm:spPr/>
      <dgm:t>
        <a:bodyPr/>
        <a:lstStyle/>
        <a:p>
          <a:r>
            <a:rPr lang="en-US"/>
            <a:t>Backend auth and policies: Program.cs</a:t>
          </a:r>
        </a:p>
      </dgm:t>
    </dgm:pt>
    <dgm:pt modelId="{BE611ECE-CAD0-4B89-8374-0953E67A4726}" type="parTrans" cxnId="{B8A13439-3748-4D43-AAFC-0F865553EAF9}">
      <dgm:prSet/>
      <dgm:spPr/>
      <dgm:t>
        <a:bodyPr/>
        <a:lstStyle/>
        <a:p>
          <a:endParaRPr lang="en-US"/>
        </a:p>
      </dgm:t>
    </dgm:pt>
    <dgm:pt modelId="{33D3319E-E6BF-4669-BE2D-8C03C1334E2D}" type="sibTrans" cxnId="{B8A13439-3748-4D43-AAFC-0F865553EAF9}">
      <dgm:prSet/>
      <dgm:spPr/>
      <dgm:t>
        <a:bodyPr/>
        <a:lstStyle/>
        <a:p>
          <a:endParaRPr lang="en-US"/>
        </a:p>
      </dgm:t>
    </dgm:pt>
    <dgm:pt modelId="{AB057C4C-9E73-4940-93A1-411FF95CC7DE}">
      <dgm:prSet/>
      <dgm:spPr/>
      <dgm:t>
        <a:bodyPr/>
        <a:lstStyle/>
        <a:p>
          <a:r>
            <a:rPr lang="en-US"/>
            <a:t>EF Core mappings and ledger: AppDbContext.cs</a:t>
          </a:r>
        </a:p>
      </dgm:t>
    </dgm:pt>
    <dgm:pt modelId="{B255EAE7-68D2-49E5-9C8D-BC1D9A0BF22B}" type="parTrans" cxnId="{2642FFDE-45E2-4C6F-B60A-B0BEAAD1D9C5}">
      <dgm:prSet/>
      <dgm:spPr/>
      <dgm:t>
        <a:bodyPr/>
        <a:lstStyle/>
        <a:p>
          <a:endParaRPr lang="en-US"/>
        </a:p>
      </dgm:t>
    </dgm:pt>
    <dgm:pt modelId="{4FAD0E64-6C0A-4FB7-8102-03E3FF93CEAE}" type="sibTrans" cxnId="{2642FFDE-45E2-4C6F-B60A-B0BEAAD1D9C5}">
      <dgm:prSet/>
      <dgm:spPr/>
      <dgm:t>
        <a:bodyPr/>
        <a:lstStyle/>
        <a:p>
          <a:endParaRPr lang="en-US"/>
        </a:p>
      </dgm:t>
    </dgm:pt>
    <dgm:pt modelId="{B264FD91-B5F6-4008-839B-5BAC071F906B}" type="pres">
      <dgm:prSet presAssocID="{3DEBE715-6725-419A-9E3D-1AC0783B9E6B}" presName="root" presStyleCnt="0">
        <dgm:presLayoutVars>
          <dgm:dir/>
          <dgm:resizeHandles val="exact"/>
        </dgm:presLayoutVars>
      </dgm:prSet>
      <dgm:spPr/>
    </dgm:pt>
    <dgm:pt modelId="{3B69B4D8-7AD5-4DFB-B477-94D830D76CE8}" type="pres">
      <dgm:prSet presAssocID="{BEBE906A-ACC1-4D5C-AD3F-A7813B0A2C9C}" presName="compNode" presStyleCnt="0"/>
      <dgm:spPr/>
    </dgm:pt>
    <dgm:pt modelId="{B672B289-18CC-491D-A510-B37DA53135A8}" type="pres">
      <dgm:prSet presAssocID="{BEBE906A-ACC1-4D5C-AD3F-A7813B0A2C9C}" presName="bgRect" presStyleLbl="bgShp" presStyleIdx="0" presStyleCnt="8"/>
      <dgm:spPr/>
    </dgm:pt>
    <dgm:pt modelId="{A61E87E2-98F7-47BF-8A46-8FBF6B154D25}" type="pres">
      <dgm:prSet presAssocID="{BEBE906A-ACC1-4D5C-AD3F-A7813B0A2C9C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7893F07-C409-485A-9EA7-D8746A10A24D}" type="pres">
      <dgm:prSet presAssocID="{BEBE906A-ACC1-4D5C-AD3F-A7813B0A2C9C}" presName="spaceRect" presStyleCnt="0"/>
      <dgm:spPr/>
    </dgm:pt>
    <dgm:pt modelId="{D5AAD404-3D84-45BF-8CC1-7235E834219A}" type="pres">
      <dgm:prSet presAssocID="{BEBE906A-ACC1-4D5C-AD3F-A7813B0A2C9C}" presName="parTx" presStyleLbl="revTx" presStyleIdx="0" presStyleCnt="8">
        <dgm:presLayoutVars>
          <dgm:chMax val="0"/>
          <dgm:chPref val="0"/>
        </dgm:presLayoutVars>
      </dgm:prSet>
      <dgm:spPr/>
    </dgm:pt>
    <dgm:pt modelId="{D6A1AECE-0072-472F-ADAA-A5E8B5D432EC}" type="pres">
      <dgm:prSet presAssocID="{CAA80C79-0E3D-4515-9F00-86BA56A41DFD}" presName="sibTrans" presStyleCnt="0"/>
      <dgm:spPr/>
    </dgm:pt>
    <dgm:pt modelId="{5D792DE2-2CD3-4608-A038-B10D4D44EE35}" type="pres">
      <dgm:prSet presAssocID="{4C6FB6EB-B5F7-421B-A664-D12D7CA88B1F}" presName="compNode" presStyleCnt="0"/>
      <dgm:spPr/>
    </dgm:pt>
    <dgm:pt modelId="{CFD0276B-F77D-4C66-AB3B-5AF3377E5F2C}" type="pres">
      <dgm:prSet presAssocID="{4C6FB6EB-B5F7-421B-A664-D12D7CA88B1F}" presName="bgRect" presStyleLbl="bgShp" presStyleIdx="1" presStyleCnt="8"/>
      <dgm:spPr/>
    </dgm:pt>
    <dgm:pt modelId="{21AED842-5638-4015-923D-EAF0FFF7AA7C}" type="pres">
      <dgm:prSet presAssocID="{4C6FB6EB-B5F7-421B-A664-D12D7CA88B1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A1E7803-66E6-420D-A7AD-4917FFF900DE}" type="pres">
      <dgm:prSet presAssocID="{4C6FB6EB-B5F7-421B-A664-D12D7CA88B1F}" presName="spaceRect" presStyleCnt="0"/>
      <dgm:spPr/>
    </dgm:pt>
    <dgm:pt modelId="{144E63ED-767F-4049-962A-6B71BE647E42}" type="pres">
      <dgm:prSet presAssocID="{4C6FB6EB-B5F7-421B-A664-D12D7CA88B1F}" presName="parTx" presStyleLbl="revTx" presStyleIdx="1" presStyleCnt="8">
        <dgm:presLayoutVars>
          <dgm:chMax val="0"/>
          <dgm:chPref val="0"/>
        </dgm:presLayoutVars>
      </dgm:prSet>
      <dgm:spPr/>
    </dgm:pt>
    <dgm:pt modelId="{28C503C0-8A7D-4180-950B-01C5FA034795}" type="pres">
      <dgm:prSet presAssocID="{953BB73B-3936-451E-927B-652729726194}" presName="sibTrans" presStyleCnt="0"/>
      <dgm:spPr/>
    </dgm:pt>
    <dgm:pt modelId="{DA25AF7E-13B0-4115-BCC2-0247F4A68718}" type="pres">
      <dgm:prSet presAssocID="{24513EE7-4F89-4D31-AE29-EBFEF7A81D33}" presName="compNode" presStyleCnt="0"/>
      <dgm:spPr/>
    </dgm:pt>
    <dgm:pt modelId="{B680B186-E119-4391-BFA9-B67D55BA0208}" type="pres">
      <dgm:prSet presAssocID="{24513EE7-4F89-4D31-AE29-EBFEF7A81D33}" presName="bgRect" presStyleLbl="bgShp" presStyleIdx="2" presStyleCnt="8"/>
      <dgm:spPr/>
    </dgm:pt>
    <dgm:pt modelId="{79E97F34-9BE5-421E-883A-76E68F7E7577}" type="pres">
      <dgm:prSet presAssocID="{24513EE7-4F89-4D31-AE29-EBFEF7A81D3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73F6697-DE27-4DC9-AA6F-D7264D7BBDA4}" type="pres">
      <dgm:prSet presAssocID="{24513EE7-4F89-4D31-AE29-EBFEF7A81D33}" presName="spaceRect" presStyleCnt="0"/>
      <dgm:spPr/>
    </dgm:pt>
    <dgm:pt modelId="{0B6A3B69-2D3C-426E-BE62-A05B3FCC0F67}" type="pres">
      <dgm:prSet presAssocID="{24513EE7-4F89-4D31-AE29-EBFEF7A81D33}" presName="parTx" presStyleLbl="revTx" presStyleIdx="2" presStyleCnt="8">
        <dgm:presLayoutVars>
          <dgm:chMax val="0"/>
          <dgm:chPref val="0"/>
        </dgm:presLayoutVars>
      </dgm:prSet>
      <dgm:spPr/>
    </dgm:pt>
    <dgm:pt modelId="{799FFEC1-6036-4C2E-94E0-47B8F58F616E}" type="pres">
      <dgm:prSet presAssocID="{9F24D0C6-A40A-4988-B53F-EB141BE67E0F}" presName="sibTrans" presStyleCnt="0"/>
      <dgm:spPr/>
    </dgm:pt>
    <dgm:pt modelId="{89A0E678-4780-4C9D-88E6-AE24CE9A5F39}" type="pres">
      <dgm:prSet presAssocID="{ECF21D8B-E8F9-4845-A28F-FA7A8F8AC093}" presName="compNode" presStyleCnt="0"/>
      <dgm:spPr/>
    </dgm:pt>
    <dgm:pt modelId="{F031C263-75B7-4377-B7C4-E3766F948E9F}" type="pres">
      <dgm:prSet presAssocID="{ECF21D8B-E8F9-4845-A28F-FA7A8F8AC093}" presName="bgRect" presStyleLbl="bgShp" presStyleIdx="3" presStyleCnt="8"/>
      <dgm:spPr/>
    </dgm:pt>
    <dgm:pt modelId="{D08A0A6B-78A5-4EC7-91FD-411F9FFF0F78}" type="pres">
      <dgm:prSet presAssocID="{ECF21D8B-E8F9-4845-A28F-FA7A8F8AC09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6128174-4300-4248-A8AC-6E30D0C14E8D}" type="pres">
      <dgm:prSet presAssocID="{ECF21D8B-E8F9-4845-A28F-FA7A8F8AC093}" presName="spaceRect" presStyleCnt="0"/>
      <dgm:spPr/>
    </dgm:pt>
    <dgm:pt modelId="{4668B170-3C8E-47B7-B9BC-2D0FF21FD962}" type="pres">
      <dgm:prSet presAssocID="{ECF21D8B-E8F9-4845-A28F-FA7A8F8AC093}" presName="parTx" presStyleLbl="revTx" presStyleIdx="3" presStyleCnt="8">
        <dgm:presLayoutVars>
          <dgm:chMax val="0"/>
          <dgm:chPref val="0"/>
        </dgm:presLayoutVars>
      </dgm:prSet>
      <dgm:spPr/>
    </dgm:pt>
    <dgm:pt modelId="{193F3CA9-1EF8-4BD0-A620-311D5C8BB824}" type="pres">
      <dgm:prSet presAssocID="{509B504F-37BC-471A-8379-DB3C670458C2}" presName="sibTrans" presStyleCnt="0"/>
      <dgm:spPr/>
    </dgm:pt>
    <dgm:pt modelId="{4BE01FB4-4AB6-4940-85A9-BF3E148CD767}" type="pres">
      <dgm:prSet presAssocID="{B57D9495-EF53-4C0F-8FAC-0B3CD2BE7669}" presName="compNode" presStyleCnt="0"/>
      <dgm:spPr/>
    </dgm:pt>
    <dgm:pt modelId="{FAE17393-236A-409C-80DE-6A3726C0581C}" type="pres">
      <dgm:prSet presAssocID="{B57D9495-EF53-4C0F-8FAC-0B3CD2BE7669}" presName="bgRect" presStyleLbl="bgShp" presStyleIdx="4" presStyleCnt="8"/>
      <dgm:spPr/>
    </dgm:pt>
    <dgm:pt modelId="{83629A02-1479-4DDD-8152-3FA899A6ADBA}" type="pres">
      <dgm:prSet presAssocID="{B57D9495-EF53-4C0F-8FAC-0B3CD2BE7669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D861CF-AF4A-487F-9D03-1199B47B0C47}" type="pres">
      <dgm:prSet presAssocID="{B57D9495-EF53-4C0F-8FAC-0B3CD2BE7669}" presName="spaceRect" presStyleCnt="0"/>
      <dgm:spPr/>
    </dgm:pt>
    <dgm:pt modelId="{E02DE7CC-38A1-4D34-8790-EA5D5717B70F}" type="pres">
      <dgm:prSet presAssocID="{B57D9495-EF53-4C0F-8FAC-0B3CD2BE7669}" presName="parTx" presStyleLbl="revTx" presStyleIdx="4" presStyleCnt="8">
        <dgm:presLayoutVars>
          <dgm:chMax val="0"/>
          <dgm:chPref val="0"/>
        </dgm:presLayoutVars>
      </dgm:prSet>
      <dgm:spPr/>
    </dgm:pt>
    <dgm:pt modelId="{4AD1EB91-AE6C-4E87-A1EA-766EFD30B4AA}" type="pres">
      <dgm:prSet presAssocID="{BFAE2BA1-6278-4A17-A86B-0C7E1005CB96}" presName="sibTrans" presStyleCnt="0"/>
      <dgm:spPr/>
    </dgm:pt>
    <dgm:pt modelId="{8660CF65-263B-4F0C-9FFB-27C663551D1D}" type="pres">
      <dgm:prSet presAssocID="{8D05E393-1A0B-4B1B-AE0C-7EE8C5CD5D0D}" presName="compNode" presStyleCnt="0"/>
      <dgm:spPr/>
    </dgm:pt>
    <dgm:pt modelId="{D60CD29F-8FEC-4214-9BB5-252E233F31B7}" type="pres">
      <dgm:prSet presAssocID="{8D05E393-1A0B-4B1B-AE0C-7EE8C5CD5D0D}" presName="bgRect" presStyleLbl="bgShp" presStyleIdx="5" presStyleCnt="8"/>
      <dgm:spPr/>
    </dgm:pt>
    <dgm:pt modelId="{A67071FF-08DA-48D3-A951-BFB30B75F7B2}" type="pres">
      <dgm:prSet presAssocID="{8D05E393-1A0B-4B1B-AE0C-7EE8C5CD5D0D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89FA65F2-6FE0-46FE-B8D5-A3A0117AA256}" type="pres">
      <dgm:prSet presAssocID="{8D05E393-1A0B-4B1B-AE0C-7EE8C5CD5D0D}" presName="spaceRect" presStyleCnt="0"/>
      <dgm:spPr/>
    </dgm:pt>
    <dgm:pt modelId="{E08F78EA-5A27-4D35-8FCD-72685008F39A}" type="pres">
      <dgm:prSet presAssocID="{8D05E393-1A0B-4B1B-AE0C-7EE8C5CD5D0D}" presName="parTx" presStyleLbl="revTx" presStyleIdx="5" presStyleCnt="8">
        <dgm:presLayoutVars>
          <dgm:chMax val="0"/>
          <dgm:chPref val="0"/>
        </dgm:presLayoutVars>
      </dgm:prSet>
      <dgm:spPr/>
    </dgm:pt>
    <dgm:pt modelId="{E494581C-B2F3-48EA-9823-0F2BE0D06BBA}" type="pres">
      <dgm:prSet presAssocID="{2AA17EE6-9FCB-415E-A1DE-337DC2E3D26E}" presName="sibTrans" presStyleCnt="0"/>
      <dgm:spPr/>
    </dgm:pt>
    <dgm:pt modelId="{B4154F53-9033-4ABC-A167-B8C373DCC0C1}" type="pres">
      <dgm:prSet presAssocID="{CC3CF178-F495-4113-8809-6D97D143027F}" presName="compNode" presStyleCnt="0"/>
      <dgm:spPr/>
    </dgm:pt>
    <dgm:pt modelId="{C1C79787-1141-4169-BF53-D2D319D1E851}" type="pres">
      <dgm:prSet presAssocID="{CC3CF178-F495-4113-8809-6D97D143027F}" presName="bgRect" presStyleLbl="bgShp" presStyleIdx="6" presStyleCnt="8"/>
      <dgm:spPr/>
    </dgm:pt>
    <dgm:pt modelId="{1BCA86E1-6C1F-4F8B-B3C1-EBEB47096540}" type="pres">
      <dgm:prSet presAssocID="{CC3CF178-F495-4113-8809-6D97D143027F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D675841-90BB-4349-AD7D-1F9D7CA188A1}" type="pres">
      <dgm:prSet presAssocID="{CC3CF178-F495-4113-8809-6D97D143027F}" presName="spaceRect" presStyleCnt="0"/>
      <dgm:spPr/>
    </dgm:pt>
    <dgm:pt modelId="{049A928F-1351-4A81-B4D9-7F225FDCF37F}" type="pres">
      <dgm:prSet presAssocID="{CC3CF178-F495-4113-8809-6D97D143027F}" presName="parTx" presStyleLbl="revTx" presStyleIdx="6" presStyleCnt="8">
        <dgm:presLayoutVars>
          <dgm:chMax val="0"/>
          <dgm:chPref val="0"/>
        </dgm:presLayoutVars>
      </dgm:prSet>
      <dgm:spPr/>
    </dgm:pt>
    <dgm:pt modelId="{93EEA5E3-B862-47F5-95F7-67F01E29F10D}" type="pres">
      <dgm:prSet presAssocID="{33D3319E-E6BF-4669-BE2D-8C03C1334E2D}" presName="sibTrans" presStyleCnt="0"/>
      <dgm:spPr/>
    </dgm:pt>
    <dgm:pt modelId="{9F304118-2195-4CDF-8C47-474F1944887D}" type="pres">
      <dgm:prSet presAssocID="{AB057C4C-9E73-4940-93A1-411FF95CC7DE}" presName="compNode" presStyleCnt="0"/>
      <dgm:spPr/>
    </dgm:pt>
    <dgm:pt modelId="{FF44CD49-E783-476D-B5EE-0AB60760F899}" type="pres">
      <dgm:prSet presAssocID="{AB057C4C-9E73-4940-93A1-411FF95CC7DE}" presName="bgRect" presStyleLbl="bgShp" presStyleIdx="7" presStyleCnt="8"/>
      <dgm:spPr/>
    </dgm:pt>
    <dgm:pt modelId="{3B3336D8-8B99-4146-843E-DC9FD38AF051}" type="pres">
      <dgm:prSet presAssocID="{AB057C4C-9E73-4940-93A1-411FF95CC7D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CE4C571-91C6-48B9-9105-64BE8059DAD5}" type="pres">
      <dgm:prSet presAssocID="{AB057C4C-9E73-4940-93A1-411FF95CC7DE}" presName="spaceRect" presStyleCnt="0"/>
      <dgm:spPr/>
    </dgm:pt>
    <dgm:pt modelId="{DC0DAB29-0FE1-4522-A466-2A3E38F1A083}" type="pres">
      <dgm:prSet presAssocID="{AB057C4C-9E73-4940-93A1-411FF95CC7DE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C05E7135-A4CA-4D0A-B831-AFC3BEB951AE}" type="presOf" srcId="{B57D9495-EF53-4C0F-8FAC-0B3CD2BE7669}" destId="{E02DE7CC-38A1-4D34-8790-EA5D5717B70F}" srcOrd="0" destOrd="0" presId="urn:microsoft.com/office/officeart/2018/2/layout/IconVerticalSolidList"/>
    <dgm:cxn modelId="{B8A13439-3748-4D43-AAFC-0F865553EAF9}" srcId="{3DEBE715-6725-419A-9E3D-1AC0783B9E6B}" destId="{CC3CF178-F495-4113-8809-6D97D143027F}" srcOrd="6" destOrd="0" parTransId="{BE611ECE-CAD0-4B89-8374-0953E67A4726}" sibTransId="{33D3319E-E6BF-4669-BE2D-8C03C1334E2D}"/>
    <dgm:cxn modelId="{42501E5B-53DA-499D-9824-A3328627AB1C}" type="presOf" srcId="{BEBE906A-ACC1-4D5C-AD3F-A7813B0A2C9C}" destId="{D5AAD404-3D84-45BF-8CC1-7235E834219A}" srcOrd="0" destOrd="0" presId="urn:microsoft.com/office/officeart/2018/2/layout/IconVerticalSolidList"/>
    <dgm:cxn modelId="{BFDDC06E-33C8-41C1-8695-FB083EB890F9}" type="presOf" srcId="{24513EE7-4F89-4D31-AE29-EBFEF7A81D33}" destId="{0B6A3B69-2D3C-426E-BE62-A05B3FCC0F67}" srcOrd="0" destOrd="0" presId="urn:microsoft.com/office/officeart/2018/2/layout/IconVerticalSolidList"/>
    <dgm:cxn modelId="{D2170B74-6C82-459E-B5EC-97FB6B589892}" type="presOf" srcId="{ECF21D8B-E8F9-4845-A28F-FA7A8F8AC093}" destId="{4668B170-3C8E-47B7-B9BC-2D0FF21FD962}" srcOrd="0" destOrd="0" presId="urn:microsoft.com/office/officeart/2018/2/layout/IconVerticalSolidList"/>
    <dgm:cxn modelId="{25C3E279-7462-495D-B3BF-3B37F6DFD969}" type="presOf" srcId="{CC3CF178-F495-4113-8809-6D97D143027F}" destId="{049A928F-1351-4A81-B4D9-7F225FDCF37F}" srcOrd="0" destOrd="0" presId="urn:microsoft.com/office/officeart/2018/2/layout/IconVerticalSolidList"/>
    <dgm:cxn modelId="{689E529C-4C98-4693-B29E-C9417019593E}" srcId="{3DEBE715-6725-419A-9E3D-1AC0783B9E6B}" destId="{ECF21D8B-E8F9-4845-A28F-FA7A8F8AC093}" srcOrd="3" destOrd="0" parTransId="{33E9E09E-D464-4EF5-9F2C-C3CB9E0B178C}" sibTransId="{509B504F-37BC-471A-8379-DB3C670458C2}"/>
    <dgm:cxn modelId="{6B819AA5-2DBB-479B-BCC1-C28E62BB48EE}" srcId="{3DEBE715-6725-419A-9E3D-1AC0783B9E6B}" destId="{8D05E393-1A0B-4B1B-AE0C-7EE8C5CD5D0D}" srcOrd="5" destOrd="0" parTransId="{598FF39A-EEEF-4E75-ABF5-9626074540A9}" sibTransId="{2AA17EE6-9FCB-415E-A1DE-337DC2E3D26E}"/>
    <dgm:cxn modelId="{F9B8ECAD-71A6-4B46-B520-708B7AE94781}" type="presOf" srcId="{AB057C4C-9E73-4940-93A1-411FF95CC7DE}" destId="{DC0DAB29-0FE1-4522-A466-2A3E38F1A083}" srcOrd="0" destOrd="0" presId="urn:microsoft.com/office/officeart/2018/2/layout/IconVerticalSolidList"/>
    <dgm:cxn modelId="{B8D1F8BC-99BB-470F-97D7-C89AC22B9587}" srcId="{3DEBE715-6725-419A-9E3D-1AC0783B9E6B}" destId="{4C6FB6EB-B5F7-421B-A664-D12D7CA88B1F}" srcOrd="1" destOrd="0" parTransId="{85A26659-55A9-4181-BBE6-C76770870E42}" sibTransId="{953BB73B-3936-451E-927B-652729726194}"/>
    <dgm:cxn modelId="{570ED0C0-8F2D-420F-B05F-6CB5260461FF}" type="presOf" srcId="{8D05E393-1A0B-4B1B-AE0C-7EE8C5CD5D0D}" destId="{E08F78EA-5A27-4D35-8FCD-72685008F39A}" srcOrd="0" destOrd="0" presId="urn:microsoft.com/office/officeart/2018/2/layout/IconVerticalSolidList"/>
    <dgm:cxn modelId="{DDA895CB-4969-43BB-8F5F-077F7CC9A002}" type="presOf" srcId="{4C6FB6EB-B5F7-421B-A664-D12D7CA88B1F}" destId="{144E63ED-767F-4049-962A-6B71BE647E42}" srcOrd="0" destOrd="0" presId="urn:microsoft.com/office/officeart/2018/2/layout/IconVerticalSolidList"/>
    <dgm:cxn modelId="{AAD1D3CB-CDFA-46D1-8D71-CA631787552F}" srcId="{3DEBE715-6725-419A-9E3D-1AC0783B9E6B}" destId="{B57D9495-EF53-4C0F-8FAC-0B3CD2BE7669}" srcOrd="4" destOrd="0" parTransId="{A21E419A-4D43-43AC-95C1-07549BC56E8C}" sibTransId="{BFAE2BA1-6278-4A17-A86B-0C7E1005CB96}"/>
    <dgm:cxn modelId="{A0E7A4D6-E04A-43A3-8FD9-DB4A1EE93158}" srcId="{3DEBE715-6725-419A-9E3D-1AC0783B9E6B}" destId="{BEBE906A-ACC1-4D5C-AD3F-A7813B0A2C9C}" srcOrd="0" destOrd="0" parTransId="{68FA50EF-3044-41F4-901E-9E3F7EF0578E}" sibTransId="{CAA80C79-0E3D-4515-9F00-86BA56A41DFD}"/>
    <dgm:cxn modelId="{2642FFDE-45E2-4C6F-B60A-B0BEAAD1D9C5}" srcId="{3DEBE715-6725-419A-9E3D-1AC0783B9E6B}" destId="{AB057C4C-9E73-4940-93A1-411FF95CC7DE}" srcOrd="7" destOrd="0" parTransId="{B255EAE7-68D2-49E5-9C8D-BC1D9A0BF22B}" sibTransId="{4FAD0E64-6C0A-4FB7-8102-03E3FF93CEAE}"/>
    <dgm:cxn modelId="{BDA6D7F1-15B4-4C36-80EE-B8B8FB737CE9}" type="presOf" srcId="{3DEBE715-6725-419A-9E3D-1AC0783B9E6B}" destId="{B264FD91-B5F6-4008-839B-5BAC071F906B}" srcOrd="0" destOrd="0" presId="urn:microsoft.com/office/officeart/2018/2/layout/IconVerticalSolidList"/>
    <dgm:cxn modelId="{8A194DFA-DD57-469E-93D1-F784714E423E}" srcId="{3DEBE715-6725-419A-9E3D-1AC0783B9E6B}" destId="{24513EE7-4F89-4D31-AE29-EBFEF7A81D33}" srcOrd="2" destOrd="0" parTransId="{D20C99A9-4449-4A9F-BDD4-9ACD44C3F68C}" sibTransId="{9F24D0C6-A40A-4988-B53F-EB141BE67E0F}"/>
    <dgm:cxn modelId="{B8450E39-3B41-41C1-A2B4-EA6A05E70CF9}" type="presParOf" srcId="{B264FD91-B5F6-4008-839B-5BAC071F906B}" destId="{3B69B4D8-7AD5-4DFB-B477-94D830D76CE8}" srcOrd="0" destOrd="0" presId="urn:microsoft.com/office/officeart/2018/2/layout/IconVerticalSolidList"/>
    <dgm:cxn modelId="{3C11A5E4-6389-4601-BABF-DBB873A0C06B}" type="presParOf" srcId="{3B69B4D8-7AD5-4DFB-B477-94D830D76CE8}" destId="{B672B289-18CC-491D-A510-B37DA53135A8}" srcOrd="0" destOrd="0" presId="urn:microsoft.com/office/officeart/2018/2/layout/IconVerticalSolidList"/>
    <dgm:cxn modelId="{D2187C95-B225-4C7A-AB57-1BD37A6F0DC5}" type="presParOf" srcId="{3B69B4D8-7AD5-4DFB-B477-94D830D76CE8}" destId="{A61E87E2-98F7-47BF-8A46-8FBF6B154D25}" srcOrd="1" destOrd="0" presId="urn:microsoft.com/office/officeart/2018/2/layout/IconVerticalSolidList"/>
    <dgm:cxn modelId="{4601C9BF-026B-436F-8711-5BDA6794CC2F}" type="presParOf" srcId="{3B69B4D8-7AD5-4DFB-B477-94D830D76CE8}" destId="{07893F07-C409-485A-9EA7-D8746A10A24D}" srcOrd="2" destOrd="0" presId="urn:microsoft.com/office/officeart/2018/2/layout/IconVerticalSolidList"/>
    <dgm:cxn modelId="{CAAB3D0A-A877-4E92-B20B-42702EE99C34}" type="presParOf" srcId="{3B69B4D8-7AD5-4DFB-B477-94D830D76CE8}" destId="{D5AAD404-3D84-45BF-8CC1-7235E834219A}" srcOrd="3" destOrd="0" presId="urn:microsoft.com/office/officeart/2018/2/layout/IconVerticalSolidList"/>
    <dgm:cxn modelId="{7B860EAF-4182-4C85-B4BB-528A4B4B0CCD}" type="presParOf" srcId="{B264FD91-B5F6-4008-839B-5BAC071F906B}" destId="{D6A1AECE-0072-472F-ADAA-A5E8B5D432EC}" srcOrd="1" destOrd="0" presId="urn:microsoft.com/office/officeart/2018/2/layout/IconVerticalSolidList"/>
    <dgm:cxn modelId="{D500C957-007B-424E-93E3-7758ADCEFF5B}" type="presParOf" srcId="{B264FD91-B5F6-4008-839B-5BAC071F906B}" destId="{5D792DE2-2CD3-4608-A038-B10D4D44EE35}" srcOrd="2" destOrd="0" presId="urn:microsoft.com/office/officeart/2018/2/layout/IconVerticalSolidList"/>
    <dgm:cxn modelId="{464457AF-3BD2-4B6A-8FBD-E7DB1A5EC315}" type="presParOf" srcId="{5D792DE2-2CD3-4608-A038-B10D4D44EE35}" destId="{CFD0276B-F77D-4C66-AB3B-5AF3377E5F2C}" srcOrd="0" destOrd="0" presId="urn:microsoft.com/office/officeart/2018/2/layout/IconVerticalSolidList"/>
    <dgm:cxn modelId="{B068A7CC-195E-4393-A790-5C67BDB629A0}" type="presParOf" srcId="{5D792DE2-2CD3-4608-A038-B10D4D44EE35}" destId="{21AED842-5638-4015-923D-EAF0FFF7AA7C}" srcOrd="1" destOrd="0" presId="urn:microsoft.com/office/officeart/2018/2/layout/IconVerticalSolidList"/>
    <dgm:cxn modelId="{B6DDF251-5CB8-449E-B66B-7EEEE89049AD}" type="presParOf" srcId="{5D792DE2-2CD3-4608-A038-B10D4D44EE35}" destId="{9A1E7803-66E6-420D-A7AD-4917FFF900DE}" srcOrd="2" destOrd="0" presId="urn:microsoft.com/office/officeart/2018/2/layout/IconVerticalSolidList"/>
    <dgm:cxn modelId="{71D56843-0120-40FA-9B93-6A63F9C8389E}" type="presParOf" srcId="{5D792DE2-2CD3-4608-A038-B10D4D44EE35}" destId="{144E63ED-767F-4049-962A-6B71BE647E42}" srcOrd="3" destOrd="0" presId="urn:microsoft.com/office/officeart/2018/2/layout/IconVerticalSolidList"/>
    <dgm:cxn modelId="{283573B6-43E0-4C72-8CF7-0B0F1F690F65}" type="presParOf" srcId="{B264FD91-B5F6-4008-839B-5BAC071F906B}" destId="{28C503C0-8A7D-4180-950B-01C5FA034795}" srcOrd="3" destOrd="0" presId="urn:microsoft.com/office/officeart/2018/2/layout/IconVerticalSolidList"/>
    <dgm:cxn modelId="{0BF9D4D6-6389-496D-9B5A-65825DC0F8F0}" type="presParOf" srcId="{B264FD91-B5F6-4008-839B-5BAC071F906B}" destId="{DA25AF7E-13B0-4115-BCC2-0247F4A68718}" srcOrd="4" destOrd="0" presId="urn:microsoft.com/office/officeart/2018/2/layout/IconVerticalSolidList"/>
    <dgm:cxn modelId="{C86C0329-881F-4936-8FC9-B6C95940AC13}" type="presParOf" srcId="{DA25AF7E-13B0-4115-BCC2-0247F4A68718}" destId="{B680B186-E119-4391-BFA9-B67D55BA0208}" srcOrd="0" destOrd="0" presId="urn:microsoft.com/office/officeart/2018/2/layout/IconVerticalSolidList"/>
    <dgm:cxn modelId="{37B47EFB-B01A-4378-9811-58851A80968B}" type="presParOf" srcId="{DA25AF7E-13B0-4115-BCC2-0247F4A68718}" destId="{79E97F34-9BE5-421E-883A-76E68F7E7577}" srcOrd="1" destOrd="0" presId="urn:microsoft.com/office/officeart/2018/2/layout/IconVerticalSolidList"/>
    <dgm:cxn modelId="{74C5DE15-CB5E-4195-B4DF-BC23F48E9FCD}" type="presParOf" srcId="{DA25AF7E-13B0-4115-BCC2-0247F4A68718}" destId="{C73F6697-DE27-4DC9-AA6F-D7264D7BBDA4}" srcOrd="2" destOrd="0" presId="urn:microsoft.com/office/officeart/2018/2/layout/IconVerticalSolidList"/>
    <dgm:cxn modelId="{C1EBEBEB-F487-4387-905C-2CB99798375A}" type="presParOf" srcId="{DA25AF7E-13B0-4115-BCC2-0247F4A68718}" destId="{0B6A3B69-2D3C-426E-BE62-A05B3FCC0F67}" srcOrd="3" destOrd="0" presId="urn:microsoft.com/office/officeart/2018/2/layout/IconVerticalSolidList"/>
    <dgm:cxn modelId="{0B46E4D6-D27D-487A-8408-E1609C38C533}" type="presParOf" srcId="{B264FD91-B5F6-4008-839B-5BAC071F906B}" destId="{799FFEC1-6036-4C2E-94E0-47B8F58F616E}" srcOrd="5" destOrd="0" presId="urn:microsoft.com/office/officeart/2018/2/layout/IconVerticalSolidList"/>
    <dgm:cxn modelId="{0C32F90C-BE59-4001-842B-2B4BF4F7F163}" type="presParOf" srcId="{B264FD91-B5F6-4008-839B-5BAC071F906B}" destId="{89A0E678-4780-4C9D-88E6-AE24CE9A5F39}" srcOrd="6" destOrd="0" presId="urn:microsoft.com/office/officeart/2018/2/layout/IconVerticalSolidList"/>
    <dgm:cxn modelId="{4F695EA6-B0B1-43D2-91B7-95FE8CA3CAA8}" type="presParOf" srcId="{89A0E678-4780-4C9D-88E6-AE24CE9A5F39}" destId="{F031C263-75B7-4377-B7C4-E3766F948E9F}" srcOrd="0" destOrd="0" presId="urn:microsoft.com/office/officeart/2018/2/layout/IconVerticalSolidList"/>
    <dgm:cxn modelId="{F91EB5AD-4FD0-4772-8FF6-7B7684D7EB82}" type="presParOf" srcId="{89A0E678-4780-4C9D-88E6-AE24CE9A5F39}" destId="{D08A0A6B-78A5-4EC7-91FD-411F9FFF0F78}" srcOrd="1" destOrd="0" presId="urn:microsoft.com/office/officeart/2018/2/layout/IconVerticalSolidList"/>
    <dgm:cxn modelId="{834D069B-14CA-4602-874C-506D1A9C3550}" type="presParOf" srcId="{89A0E678-4780-4C9D-88E6-AE24CE9A5F39}" destId="{76128174-4300-4248-A8AC-6E30D0C14E8D}" srcOrd="2" destOrd="0" presId="urn:microsoft.com/office/officeart/2018/2/layout/IconVerticalSolidList"/>
    <dgm:cxn modelId="{608726F7-17AA-4841-9E65-0106702CCE7B}" type="presParOf" srcId="{89A0E678-4780-4C9D-88E6-AE24CE9A5F39}" destId="{4668B170-3C8E-47B7-B9BC-2D0FF21FD962}" srcOrd="3" destOrd="0" presId="urn:microsoft.com/office/officeart/2018/2/layout/IconVerticalSolidList"/>
    <dgm:cxn modelId="{8596D96F-E08D-4246-BFF5-D018D38FE136}" type="presParOf" srcId="{B264FD91-B5F6-4008-839B-5BAC071F906B}" destId="{193F3CA9-1EF8-4BD0-A620-311D5C8BB824}" srcOrd="7" destOrd="0" presId="urn:microsoft.com/office/officeart/2018/2/layout/IconVerticalSolidList"/>
    <dgm:cxn modelId="{DEF31CC6-0F7F-4334-8917-651DA7802D2B}" type="presParOf" srcId="{B264FD91-B5F6-4008-839B-5BAC071F906B}" destId="{4BE01FB4-4AB6-4940-85A9-BF3E148CD767}" srcOrd="8" destOrd="0" presId="urn:microsoft.com/office/officeart/2018/2/layout/IconVerticalSolidList"/>
    <dgm:cxn modelId="{E06597ED-B7B1-4C28-B23D-FD9B242373DF}" type="presParOf" srcId="{4BE01FB4-4AB6-4940-85A9-BF3E148CD767}" destId="{FAE17393-236A-409C-80DE-6A3726C0581C}" srcOrd="0" destOrd="0" presId="urn:microsoft.com/office/officeart/2018/2/layout/IconVerticalSolidList"/>
    <dgm:cxn modelId="{B0AC17BA-E448-4075-A933-DB1F64DA7172}" type="presParOf" srcId="{4BE01FB4-4AB6-4940-85A9-BF3E148CD767}" destId="{83629A02-1479-4DDD-8152-3FA899A6ADBA}" srcOrd="1" destOrd="0" presId="urn:microsoft.com/office/officeart/2018/2/layout/IconVerticalSolidList"/>
    <dgm:cxn modelId="{E4819195-D1A5-4767-8932-74F5A1A43DEC}" type="presParOf" srcId="{4BE01FB4-4AB6-4940-85A9-BF3E148CD767}" destId="{34D861CF-AF4A-487F-9D03-1199B47B0C47}" srcOrd="2" destOrd="0" presId="urn:microsoft.com/office/officeart/2018/2/layout/IconVerticalSolidList"/>
    <dgm:cxn modelId="{30417F63-5742-4A76-8C2D-D77EA4D09BB1}" type="presParOf" srcId="{4BE01FB4-4AB6-4940-85A9-BF3E148CD767}" destId="{E02DE7CC-38A1-4D34-8790-EA5D5717B70F}" srcOrd="3" destOrd="0" presId="urn:microsoft.com/office/officeart/2018/2/layout/IconVerticalSolidList"/>
    <dgm:cxn modelId="{A7E70E32-6365-48CC-886A-12AB96B6E957}" type="presParOf" srcId="{B264FD91-B5F6-4008-839B-5BAC071F906B}" destId="{4AD1EB91-AE6C-4E87-A1EA-766EFD30B4AA}" srcOrd="9" destOrd="0" presId="urn:microsoft.com/office/officeart/2018/2/layout/IconVerticalSolidList"/>
    <dgm:cxn modelId="{C9C63602-0868-439B-8EA3-C4A3A2F98D46}" type="presParOf" srcId="{B264FD91-B5F6-4008-839B-5BAC071F906B}" destId="{8660CF65-263B-4F0C-9FFB-27C663551D1D}" srcOrd="10" destOrd="0" presId="urn:microsoft.com/office/officeart/2018/2/layout/IconVerticalSolidList"/>
    <dgm:cxn modelId="{8A8833A9-5994-4BF8-87B1-8614B8531798}" type="presParOf" srcId="{8660CF65-263B-4F0C-9FFB-27C663551D1D}" destId="{D60CD29F-8FEC-4214-9BB5-252E233F31B7}" srcOrd="0" destOrd="0" presId="urn:microsoft.com/office/officeart/2018/2/layout/IconVerticalSolidList"/>
    <dgm:cxn modelId="{C5547263-57CE-462E-AEC5-FE254CD94461}" type="presParOf" srcId="{8660CF65-263B-4F0C-9FFB-27C663551D1D}" destId="{A67071FF-08DA-48D3-A951-BFB30B75F7B2}" srcOrd="1" destOrd="0" presId="urn:microsoft.com/office/officeart/2018/2/layout/IconVerticalSolidList"/>
    <dgm:cxn modelId="{5889C4FA-6037-46DB-9DEE-2CB7E7F3CE4B}" type="presParOf" srcId="{8660CF65-263B-4F0C-9FFB-27C663551D1D}" destId="{89FA65F2-6FE0-46FE-B8D5-A3A0117AA256}" srcOrd="2" destOrd="0" presId="urn:microsoft.com/office/officeart/2018/2/layout/IconVerticalSolidList"/>
    <dgm:cxn modelId="{324DCB40-4547-47CC-B2B8-70AB90364563}" type="presParOf" srcId="{8660CF65-263B-4F0C-9FFB-27C663551D1D}" destId="{E08F78EA-5A27-4D35-8FCD-72685008F39A}" srcOrd="3" destOrd="0" presId="urn:microsoft.com/office/officeart/2018/2/layout/IconVerticalSolidList"/>
    <dgm:cxn modelId="{848A7E9A-7322-4FD3-8285-8C6559F21B32}" type="presParOf" srcId="{B264FD91-B5F6-4008-839B-5BAC071F906B}" destId="{E494581C-B2F3-48EA-9823-0F2BE0D06BBA}" srcOrd="11" destOrd="0" presId="urn:microsoft.com/office/officeart/2018/2/layout/IconVerticalSolidList"/>
    <dgm:cxn modelId="{5274EC5B-5D16-4547-A295-87F7D1AA90F7}" type="presParOf" srcId="{B264FD91-B5F6-4008-839B-5BAC071F906B}" destId="{B4154F53-9033-4ABC-A167-B8C373DCC0C1}" srcOrd="12" destOrd="0" presId="urn:microsoft.com/office/officeart/2018/2/layout/IconVerticalSolidList"/>
    <dgm:cxn modelId="{F4A07B35-E0BD-42F9-96DE-AFC5D102258B}" type="presParOf" srcId="{B4154F53-9033-4ABC-A167-B8C373DCC0C1}" destId="{C1C79787-1141-4169-BF53-D2D319D1E851}" srcOrd="0" destOrd="0" presId="urn:microsoft.com/office/officeart/2018/2/layout/IconVerticalSolidList"/>
    <dgm:cxn modelId="{345B49A7-5E42-4A6C-8910-498341CD38F7}" type="presParOf" srcId="{B4154F53-9033-4ABC-A167-B8C373DCC0C1}" destId="{1BCA86E1-6C1F-4F8B-B3C1-EBEB47096540}" srcOrd="1" destOrd="0" presId="urn:microsoft.com/office/officeart/2018/2/layout/IconVerticalSolidList"/>
    <dgm:cxn modelId="{50840B64-F4B5-4D6E-9599-B80678E1C983}" type="presParOf" srcId="{B4154F53-9033-4ABC-A167-B8C373DCC0C1}" destId="{1D675841-90BB-4349-AD7D-1F9D7CA188A1}" srcOrd="2" destOrd="0" presId="urn:microsoft.com/office/officeart/2018/2/layout/IconVerticalSolidList"/>
    <dgm:cxn modelId="{8F08069C-4ADE-43F7-91A3-338E84470BCA}" type="presParOf" srcId="{B4154F53-9033-4ABC-A167-B8C373DCC0C1}" destId="{049A928F-1351-4A81-B4D9-7F225FDCF37F}" srcOrd="3" destOrd="0" presId="urn:microsoft.com/office/officeart/2018/2/layout/IconVerticalSolidList"/>
    <dgm:cxn modelId="{BE54D638-2451-43D2-9790-C5CBAA392024}" type="presParOf" srcId="{B264FD91-B5F6-4008-839B-5BAC071F906B}" destId="{93EEA5E3-B862-47F5-95F7-67F01E29F10D}" srcOrd="13" destOrd="0" presId="urn:microsoft.com/office/officeart/2018/2/layout/IconVerticalSolidList"/>
    <dgm:cxn modelId="{2FD712FF-8BD9-44DE-AADA-E5ADC13BB9A9}" type="presParOf" srcId="{B264FD91-B5F6-4008-839B-5BAC071F906B}" destId="{9F304118-2195-4CDF-8C47-474F1944887D}" srcOrd="14" destOrd="0" presId="urn:microsoft.com/office/officeart/2018/2/layout/IconVerticalSolidList"/>
    <dgm:cxn modelId="{AAA1714B-F612-4A60-A6E6-D0B1483C274C}" type="presParOf" srcId="{9F304118-2195-4CDF-8C47-474F1944887D}" destId="{FF44CD49-E783-476D-B5EE-0AB60760F899}" srcOrd="0" destOrd="0" presId="urn:microsoft.com/office/officeart/2018/2/layout/IconVerticalSolidList"/>
    <dgm:cxn modelId="{23824130-D078-4AC3-81DB-9F599E071BC2}" type="presParOf" srcId="{9F304118-2195-4CDF-8C47-474F1944887D}" destId="{3B3336D8-8B99-4146-843E-DC9FD38AF051}" srcOrd="1" destOrd="0" presId="urn:microsoft.com/office/officeart/2018/2/layout/IconVerticalSolidList"/>
    <dgm:cxn modelId="{0CB8B858-F090-4DC3-8DAB-97F130CDEB5C}" type="presParOf" srcId="{9F304118-2195-4CDF-8C47-474F1944887D}" destId="{FCE4C571-91C6-48B9-9105-64BE8059DAD5}" srcOrd="2" destOrd="0" presId="urn:microsoft.com/office/officeart/2018/2/layout/IconVerticalSolidList"/>
    <dgm:cxn modelId="{73595B5A-9528-4BE1-85B9-5942E7EA0F49}" type="presParOf" srcId="{9F304118-2195-4CDF-8C47-474F1944887D}" destId="{DC0DAB29-0FE1-4522-A466-2A3E38F1A0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23022-D45C-4C12-9069-7DA9E9D760EC}">
      <dsp:nvSpPr>
        <dsp:cNvPr id="0" name=""/>
        <dsp:cNvSpPr/>
      </dsp:nvSpPr>
      <dsp:spPr>
        <a:xfrm>
          <a:off x="937459" y="1150"/>
          <a:ext cx="1051892" cy="10518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0B233-BAFE-48FF-9F02-B57C7F9B83B8}">
      <dsp:nvSpPr>
        <dsp:cNvPr id="0" name=""/>
        <dsp:cNvSpPr/>
      </dsp:nvSpPr>
      <dsp:spPr>
        <a:xfrm>
          <a:off x="1161633" y="225324"/>
          <a:ext cx="603544" cy="603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1402D-31FA-4F5A-8A2D-6782F1119873}">
      <dsp:nvSpPr>
        <dsp:cNvPr id="0" name=""/>
        <dsp:cNvSpPr/>
      </dsp:nvSpPr>
      <dsp:spPr>
        <a:xfrm>
          <a:off x="601199" y="1380681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Frontend: React + TypeScript</a:t>
          </a:r>
        </a:p>
      </dsp:txBody>
      <dsp:txXfrm>
        <a:off x="601199" y="1380681"/>
        <a:ext cx="1724414" cy="689765"/>
      </dsp:txXfrm>
    </dsp:sp>
    <dsp:sp modelId="{480A1880-5B80-4978-A4B4-F2ADE651070E}">
      <dsp:nvSpPr>
        <dsp:cNvPr id="0" name=""/>
        <dsp:cNvSpPr/>
      </dsp:nvSpPr>
      <dsp:spPr>
        <a:xfrm>
          <a:off x="2963646" y="1150"/>
          <a:ext cx="1051892" cy="105189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9DD7E-292E-462F-8C17-26EBA864E17B}">
      <dsp:nvSpPr>
        <dsp:cNvPr id="0" name=""/>
        <dsp:cNvSpPr/>
      </dsp:nvSpPr>
      <dsp:spPr>
        <a:xfrm>
          <a:off x="3187820" y="225324"/>
          <a:ext cx="603544" cy="603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A0A3A-9F2F-4E7E-9C60-20F79534009B}">
      <dsp:nvSpPr>
        <dsp:cNvPr id="0" name=""/>
        <dsp:cNvSpPr/>
      </dsp:nvSpPr>
      <dsp:spPr>
        <a:xfrm>
          <a:off x="2627385" y="1380681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Backend: .NET 8 Minimal API</a:t>
          </a:r>
        </a:p>
      </dsp:txBody>
      <dsp:txXfrm>
        <a:off x="2627385" y="1380681"/>
        <a:ext cx="1724414" cy="689765"/>
      </dsp:txXfrm>
    </dsp:sp>
    <dsp:sp modelId="{7B83E58C-437B-41FD-9A27-A1CB9DAE3F93}">
      <dsp:nvSpPr>
        <dsp:cNvPr id="0" name=""/>
        <dsp:cNvSpPr/>
      </dsp:nvSpPr>
      <dsp:spPr>
        <a:xfrm>
          <a:off x="937459" y="2501550"/>
          <a:ext cx="1051892" cy="10518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EC7B2-7608-45C2-9188-621EE02E3B5C}">
      <dsp:nvSpPr>
        <dsp:cNvPr id="0" name=""/>
        <dsp:cNvSpPr/>
      </dsp:nvSpPr>
      <dsp:spPr>
        <a:xfrm>
          <a:off x="1161633" y="2725724"/>
          <a:ext cx="603544" cy="603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8BB54-645D-4AB6-AD30-0296EDA8729A}">
      <dsp:nvSpPr>
        <dsp:cNvPr id="0" name=""/>
        <dsp:cNvSpPr/>
      </dsp:nvSpPr>
      <dsp:spPr>
        <a:xfrm>
          <a:off x="601199" y="3881082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Database: SQLite (local) / PostgreSQL (production ready)</a:t>
          </a:r>
        </a:p>
      </dsp:txBody>
      <dsp:txXfrm>
        <a:off x="601199" y="3881082"/>
        <a:ext cx="1724414" cy="689765"/>
      </dsp:txXfrm>
    </dsp:sp>
    <dsp:sp modelId="{4242B35F-CD9D-4D52-AF9A-71D968E89056}">
      <dsp:nvSpPr>
        <dsp:cNvPr id="0" name=""/>
        <dsp:cNvSpPr/>
      </dsp:nvSpPr>
      <dsp:spPr>
        <a:xfrm>
          <a:off x="2963646" y="2501550"/>
          <a:ext cx="1051892" cy="105189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13678-20A7-417A-B788-626B675BF2F4}">
      <dsp:nvSpPr>
        <dsp:cNvPr id="0" name=""/>
        <dsp:cNvSpPr/>
      </dsp:nvSpPr>
      <dsp:spPr>
        <a:xfrm>
          <a:off x="3187820" y="2725724"/>
          <a:ext cx="603544" cy="603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90DCF-1760-48FB-B9D3-7D23E8F93418}">
      <dsp:nvSpPr>
        <dsp:cNvPr id="0" name=""/>
        <dsp:cNvSpPr/>
      </dsp:nvSpPr>
      <dsp:spPr>
        <a:xfrm>
          <a:off x="2627385" y="3881082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Authentication: JWT (JSON Web Tokens)</a:t>
          </a:r>
        </a:p>
      </dsp:txBody>
      <dsp:txXfrm>
        <a:off x="2627385" y="3881082"/>
        <a:ext cx="1724414" cy="689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95F2A-DE65-4A9E-967E-681BA4F00CD4}">
      <dsp:nvSpPr>
        <dsp:cNvPr id="0" name=""/>
        <dsp:cNvSpPr/>
      </dsp:nvSpPr>
      <dsp:spPr>
        <a:xfrm>
          <a:off x="691386" y="1163"/>
          <a:ext cx="1840969" cy="11045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Frontend Auth Handling</a:t>
          </a:r>
          <a:endParaRPr lang="en-US" sz="1600" kern="1200"/>
        </a:p>
      </dsp:txBody>
      <dsp:txXfrm>
        <a:off x="723738" y="33515"/>
        <a:ext cx="1776265" cy="1039877"/>
      </dsp:txXfrm>
    </dsp:sp>
    <dsp:sp modelId="{5E66F43A-53C1-4B89-9B9A-85F3BC0A153A}">
      <dsp:nvSpPr>
        <dsp:cNvPr id="0" name=""/>
        <dsp:cNvSpPr/>
      </dsp:nvSpPr>
      <dsp:spPr>
        <a:xfrm>
          <a:off x="2694360" y="325173"/>
          <a:ext cx="390285" cy="456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694360" y="416485"/>
        <a:ext cx="273200" cy="273936"/>
      </dsp:txXfrm>
    </dsp:sp>
    <dsp:sp modelId="{117C2B7D-A064-4C47-95CB-E6B5E57932F4}">
      <dsp:nvSpPr>
        <dsp:cNvPr id="0" name=""/>
        <dsp:cNvSpPr/>
      </dsp:nvSpPr>
      <dsp:spPr>
        <a:xfrm>
          <a:off x="3268743" y="1163"/>
          <a:ext cx="1840969" cy="11045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Centralized auth state</a:t>
          </a:r>
        </a:p>
      </dsp:txBody>
      <dsp:txXfrm>
        <a:off x="3301095" y="33515"/>
        <a:ext cx="1776265" cy="1039877"/>
      </dsp:txXfrm>
    </dsp:sp>
    <dsp:sp modelId="{66B6AE54-8307-485A-BA13-3537D06604E0}">
      <dsp:nvSpPr>
        <dsp:cNvPr id="0" name=""/>
        <dsp:cNvSpPr/>
      </dsp:nvSpPr>
      <dsp:spPr>
        <a:xfrm>
          <a:off x="5271717" y="325173"/>
          <a:ext cx="390285" cy="456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271717" y="416485"/>
        <a:ext cx="273200" cy="273936"/>
      </dsp:txXfrm>
    </dsp:sp>
    <dsp:sp modelId="{931E5E19-E5D1-4A0C-AA49-1FF2E8F97282}">
      <dsp:nvSpPr>
        <dsp:cNvPr id="0" name=""/>
        <dsp:cNvSpPr/>
      </dsp:nvSpPr>
      <dsp:spPr>
        <a:xfrm>
          <a:off x="5846100" y="1163"/>
          <a:ext cx="1840969" cy="11045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Tokens persisted across refresh</a:t>
          </a:r>
        </a:p>
      </dsp:txBody>
      <dsp:txXfrm>
        <a:off x="5878452" y="33515"/>
        <a:ext cx="1776265" cy="1039877"/>
      </dsp:txXfrm>
    </dsp:sp>
    <dsp:sp modelId="{555D631A-0986-4B22-949B-2454EFA862AC}">
      <dsp:nvSpPr>
        <dsp:cNvPr id="0" name=""/>
        <dsp:cNvSpPr/>
      </dsp:nvSpPr>
      <dsp:spPr>
        <a:xfrm rot="5400000">
          <a:off x="6571442" y="1234612"/>
          <a:ext cx="390285" cy="456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6629617" y="1267750"/>
        <a:ext cx="273936" cy="273200"/>
      </dsp:txXfrm>
    </dsp:sp>
    <dsp:sp modelId="{912A9212-2082-424D-9E05-56D92D55EFF3}">
      <dsp:nvSpPr>
        <dsp:cNvPr id="0" name=""/>
        <dsp:cNvSpPr/>
      </dsp:nvSpPr>
      <dsp:spPr>
        <a:xfrm>
          <a:off x="5846100" y="1842132"/>
          <a:ext cx="1840969" cy="11045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Clear separation between UI mode and auth role</a:t>
          </a:r>
        </a:p>
      </dsp:txBody>
      <dsp:txXfrm>
        <a:off x="5878452" y="1874484"/>
        <a:ext cx="1776265" cy="10398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D1DE4-F4C3-46F1-9471-BD30E0CAEAB3}">
      <dsp:nvSpPr>
        <dsp:cNvPr id="0" name=""/>
        <dsp:cNvSpPr/>
      </dsp:nvSpPr>
      <dsp:spPr>
        <a:xfrm>
          <a:off x="0" y="0"/>
          <a:ext cx="3962399" cy="100583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Parent logs in</a:t>
          </a:r>
        </a:p>
      </dsp:txBody>
      <dsp:txXfrm>
        <a:off x="29460" y="29460"/>
        <a:ext cx="2792026" cy="946919"/>
      </dsp:txXfrm>
    </dsp:sp>
    <dsp:sp modelId="{46B88B93-7299-4762-9734-9DA57053A1EE}">
      <dsp:nvSpPr>
        <dsp:cNvPr id="0" name=""/>
        <dsp:cNvSpPr/>
      </dsp:nvSpPr>
      <dsp:spPr>
        <a:xfrm>
          <a:off x="331850" y="1188719"/>
          <a:ext cx="3962399" cy="100583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Selects a kid</a:t>
          </a:r>
        </a:p>
      </dsp:txBody>
      <dsp:txXfrm>
        <a:off x="361310" y="1218179"/>
        <a:ext cx="2917832" cy="946919"/>
      </dsp:txXfrm>
    </dsp:sp>
    <dsp:sp modelId="{EBCC0EC5-54B5-4970-BB40-14597F8ED382}">
      <dsp:nvSpPr>
        <dsp:cNvPr id="0" name=""/>
        <dsp:cNvSpPr/>
      </dsp:nvSpPr>
      <dsp:spPr>
        <a:xfrm>
          <a:off x="658748" y="2377438"/>
          <a:ext cx="3962399" cy="100583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Creates and manages tasks</a:t>
          </a:r>
        </a:p>
      </dsp:txBody>
      <dsp:txXfrm>
        <a:off x="688208" y="2406898"/>
        <a:ext cx="2922785" cy="946919"/>
      </dsp:txXfrm>
    </dsp:sp>
    <dsp:sp modelId="{EAD22A54-F693-4F9D-BBA8-C447DE57A0B2}">
      <dsp:nvSpPr>
        <dsp:cNvPr id="0" name=""/>
        <dsp:cNvSpPr/>
      </dsp:nvSpPr>
      <dsp:spPr>
        <a:xfrm>
          <a:off x="990599" y="3566158"/>
          <a:ext cx="3962399" cy="100583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Creates and manages rewards</a:t>
          </a:r>
        </a:p>
      </dsp:txBody>
      <dsp:txXfrm>
        <a:off x="1020059" y="3595618"/>
        <a:ext cx="2917832" cy="946919"/>
      </dsp:txXfrm>
    </dsp:sp>
    <dsp:sp modelId="{29C9012C-99EE-4E72-BFA7-ED707EAB20C4}">
      <dsp:nvSpPr>
        <dsp:cNvPr id="0" name=""/>
        <dsp:cNvSpPr/>
      </dsp:nvSpPr>
      <dsp:spPr>
        <a:xfrm>
          <a:off x="3308603" y="770381"/>
          <a:ext cx="653795" cy="65379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455707" y="770381"/>
        <a:ext cx="359587" cy="491981"/>
      </dsp:txXfrm>
    </dsp:sp>
    <dsp:sp modelId="{4551FAEC-6DFD-43E8-8B86-90131B317185}">
      <dsp:nvSpPr>
        <dsp:cNvPr id="0" name=""/>
        <dsp:cNvSpPr/>
      </dsp:nvSpPr>
      <dsp:spPr>
        <a:xfrm>
          <a:off x="3640454" y="1959101"/>
          <a:ext cx="653795" cy="65379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787558" y="1959101"/>
        <a:ext cx="359587" cy="491981"/>
      </dsp:txXfrm>
    </dsp:sp>
    <dsp:sp modelId="{C1CF466C-3F30-478A-BCDA-261092F4BCF9}">
      <dsp:nvSpPr>
        <dsp:cNvPr id="0" name=""/>
        <dsp:cNvSpPr/>
      </dsp:nvSpPr>
      <dsp:spPr>
        <a:xfrm>
          <a:off x="3967352" y="3147820"/>
          <a:ext cx="653795" cy="65379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114456" y="3147820"/>
        <a:ext cx="359587" cy="4919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6C363-D9FD-4A0B-83F8-47BC82AB2520}">
      <dsp:nvSpPr>
        <dsp:cNvPr id="0" name=""/>
        <dsp:cNvSpPr/>
      </dsp:nvSpPr>
      <dsp:spPr>
        <a:xfrm>
          <a:off x="0" y="0"/>
          <a:ext cx="6551168" cy="6862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Parent starts Kid Mode</a:t>
          </a:r>
        </a:p>
      </dsp:txBody>
      <dsp:txXfrm>
        <a:off x="20098" y="20098"/>
        <a:ext cx="5752713" cy="646010"/>
      </dsp:txXfrm>
    </dsp:sp>
    <dsp:sp modelId="{2F127115-9B9D-4180-B301-8A379C3C5608}">
      <dsp:nvSpPr>
        <dsp:cNvPr id="0" name=""/>
        <dsp:cNvSpPr/>
      </dsp:nvSpPr>
      <dsp:spPr>
        <a:xfrm>
          <a:off x="548660" y="810971"/>
          <a:ext cx="6551168" cy="686206"/>
        </a:xfrm>
        <a:prstGeom prst="roundRect">
          <a:avLst>
            <a:gd name="adj" fmla="val 10000"/>
          </a:avLst>
        </a:prstGeom>
        <a:solidFill>
          <a:schemeClr val="accent2">
            <a:hueOff val="-1238444"/>
            <a:satOff val="-1155"/>
            <a:lumOff val="18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Kid views assigned tasks</a:t>
          </a:r>
        </a:p>
      </dsp:txBody>
      <dsp:txXfrm>
        <a:off x="568758" y="831069"/>
        <a:ext cx="5516277" cy="646010"/>
      </dsp:txXfrm>
    </dsp:sp>
    <dsp:sp modelId="{03ABBAF0-475A-4F30-BE0A-9DF31642161B}">
      <dsp:nvSpPr>
        <dsp:cNvPr id="0" name=""/>
        <dsp:cNvSpPr/>
      </dsp:nvSpPr>
      <dsp:spPr>
        <a:xfrm>
          <a:off x="1089131" y="1621942"/>
          <a:ext cx="6551168" cy="686206"/>
        </a:xfrm>
        <a:prstGeom prst="roundRect">
          <a:avLst>
            <a:gd name="adj" fmla="val 10000"/>
          </a:avLst>
        </a:prstGeom>
        <a:solidFill>
          <a:schemeClr val="accent2">
            <a:hueOff val="-2476888"/>
            <a:satOff val="-2309"/>
            <a:lumOff val="36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Kid completes tasks</a:t>
          </a:r>
        </a:p>
      </dsp:txBody>
      <dsp:txXfrm>
        <a:off x="1109229" y="1642040"/>
        <a:ext cx="5524466" cy="646010"/>
      </dsp:txXfrm>
    </dsp:sp>
    <dsp:sp modelId="{3FEE6D68-AB14-4806-8D44-7FBD68D5A615}">
      <dsp:nvSpPr>
        <dsp:cNvPr id="0" name=""/>
        <dsp:cNvSpPr/>
      </dsp:nvSpPr>
      <dsp:spPr>
        <a:xfrm>
          <a:off x="1637792" y="2432913"/>
          <a:ext cx="6551168" cy="686206"/>
        </a:xfrm>
        <a:prstGeom prst="roundRect">
          <a:avLst>
            <a:gd name="adj" fmla="val 10000"/>
          </a:avLst>
        </a:prstGeom>
        <a:solidFill>
          <a:schemeClr val="accent2">
            <a:hueOff val="-3715331"/>
            <a:satOff val="-3464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Kid redeems rewards</a:t>
          </a:r>
        </a:p>
      </dsp:txBody>
      <dsp:txXfrm>
        <a:off x="1657890" y="2453011"/>
        <a:ext cx="5516277" cy="646010"/>
      </dsp:txXfrm>
    </dsp:sp>
    <dsp:sp modelId="{8DAFADDD-58D0-4C53-8190-7C57E7149226}">
      <dsp:nvSpPr>
        <dsp:cNvPr id="0" name=""/>
        <dsp:cNvSpPr/>
      </dsp:nvSpPr>
      <dsp:spPr>
        <a:xfrm>
          <a:off x="6105133" y="525571"/>
          <a:ext cx="446034" cy="4460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05491" y="525571"/>
        <a:ext cx="245318" cy="335641"/>
      </dsp:txXfrm>
    </dsp:sp>
    <dsp:sp modelId="{279020B3-A0BC-4DEC-A031-64E62578ADBC}">
      <dsp:nvSpPr>
        <dsp:cNvPr id="0" name=""/>
        <dsp:cNvSpPr/>
      </dsp:nvSpPr>
      <dsp:spPr>
        <a:xfrm>
          <a:off x="6653794" y="1336542"/>
          <a:ext cx="446034" cy="4460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766228"/>
            <a:satOff val="-3"/>
            <a:lumOff val="5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766228"/>
              <a:satOff val="-3"/>
              <a:lumOff val="5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4152" y="1336542"/>
        <a:ext cx="245318" cy="335641"/>
      </dsp:txXfrm>
    </dsp:sp>
    <dsp:sp modelId="{4DA33D69-F0A2-46CB-81AA-88A0891E2444}">
      <dsp:nvSpPr>
        <dsp:cNvPr id="0" name=""/>
        <dsp:cNvSpPr/>
      </dsp:nvSpPr>
      <dsp:spPr>
        <a:xfrm>
          <a:off x="7194265" y="2147514"/>
          <a:ext cx="446034" cy="4460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532455"/>
            <a:satOff val="-5"/>
            <a:lumOff val="105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532455"/>
              <a:satOff val="-5"/>
              <a:lumOff val="10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94623" y="2147514"/>
        <a:ext cx="245318" cy="3356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98D92-DAE4-420B-AA35-D6A4F946DBCB}">
      <dsp:nvSpPr>
        <dsp:cNvPr id="0" name=""/>
        <dsp:cNvSpPr/>
      </dsp:nvSpPr>
      <dsp:spPr>
        <a:xfrm>
          <a:off x="1023310" y="37"/>
          <a:ext cx="877113" cy="877113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4F2F5-18DF-463C-9BB1-9465E61E92A0}">
      <dsp:nvSpPr>
        <dsp:cNvPr id="0" name=""/>
        <dsp:cNvSpPr/>
      </dsp:nvSpPr>
      <dsp:spPr>
        <a:xfrm>
          <a:off x="1210235" y="186963"/>
          <a:ext cx="503261" cy="5032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8AE7D-5064-49E7-80F3-E75A115A2A21}">
      <dsp:nvSpPr>
        <dsp:cNvPr id="0" name=""/>
        <dsp:cNvSpPr/>
      </dsp:nvSpPr>
      <dsp:spPr>
        <a:xfrm>
          <a:off x="742921" y="1150349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Points &amp; History</a:t>
          </a:r>
          <a:endParaRPr lang="en-US" sz="1200" kern="1200"/>
        </a:p>
      </dsp:txBody>
      <dsp:txXfrm>
        <a:off x="742921" y="1150349"/>
        <a:ext cx="1437890" cy="575156"/>
      </dsp:txXfrm>
    </dsp:sp>
    <dsp:sp modelId="{8A8F6662-6C43-4130-A704-ABC2B413E07D}">
      <dsp:nvSpPr>
        <dsp:cNvPr id="0" name=""/>
        <dsp:cNvSpPr/>
      </dsp:nvSpPr>
      <dsp:spPr>
        <a:xfrm>
          <a:off x="2712831" y="37"/>
          <a:ext cx="877113" cy="877113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EE0EC-371A-40D3-8D7D-CD6D00757A3C}">
      <dsp:nvSpPr>
        <dsp:cNvPr id="0" name=""/>
        <dsp:cNvSpPr/>
      </dsp:nvSpPr>
      <dsp:spPr>
        <a:xfrm>
          <a:off x="2899757" y="186963"/>
          <a:ext cx="503261" cy="5032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AF7E0-40EA-42CD-B75D-3999B5DC2D6D}">
      <dsp:nvSpPr>
        <dsp:cNvPr id="0" name=""/>
        <dsp:cNvSpPr/>
      </dsp:nvSpPr>
      <dsp:spPr>
        <a:xfrm>
          <a:off x="2432442" y="1150349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Balance stored for fast reads</a:t>
          </a:r>
        </a:p>
      </dsp:txBody>
      <dsp:txXfrm>
        <a:off x="2432442" y="1150349"/>
        <a:ext cx="1437890" cy="575156"/>
      </dsp:txXfrm>
    </dsp:sp>
    <dsp:sp modelId="{69CC2709-D121-4298-84EC-853DAC257233}">
      <dsp:nvSpPr>
        <dsp:cNvPr id="0" name=""/>
        <dsp:cNvSpPr/>
      </dsp:nvSpPr>
      <dsp:spPr>
        <a:xfrm>
          <a:off x="1023310" y="2084978"/>
          <a:ext cx="877113" cy="877113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F1C198-F513-4B04-879A-EF4DFA701C63}">
      <dsp:nvSpPr>
        <dsp:cNvPr id="0" name=""/>
        <dsp:cNvSpPr/>
      </dsp:nvSpPr>
      <dsp:spPr>
        <a:xfrm>
          <a:off x="1210235" y="2271904"/>
          <a:ext cx="503261" cy="5032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BD1EF-9F05-4B0D-806E-1FE7A34C0EE5}">
      <dsp:nvSpPr>
        <dsp:cNvPr id="0" name=""/>
        <dsp:cNvSpPr/>
      </dsp:nvSpPr>
      <dsp:spPr>
        <a:xfrm>
          <a:off x="742921" y="3235291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Ledger stores full history</a:t>
          </a:r>
        </a:p>
      </dsp:txBody>
      <dsp:txXfrm>
        <a:off x="742921" y="3235291"/>
        <a:ext cx="1437890" cy="575156"/>
      </dsp:txXfrm>
    </dsp:sp>
    <dsp:sp modelId="{72A6B5AC-6C48-4476-B2D2-92FAAD796F85}">
      <dsp:nvSpPr>
        <dsp:cNvPr id="0" name=""/>
        <dsp:cNvSpPr/>
      </dsp:nvSpPr>
      <dsp:spPr>
        <a:xfrm>
          <a:off x="2712831" y="2084978"/>
          <a:ext cx="877113" cy="877113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21C48-E387-45DC-ADF6-35CD61904BDC}">
      <dsp:nvSpPr>
        <dsp:cNvPr id="0" name=""/>
        <dsp:cNvSpPr/>
      </dsp:nvSpPr>
      <dsp:spPr>
        <a:xfrm>
          <a:off x="2899757" y="2271904"/>
          <a:ext cx="503261" cy="5032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315AF-1103-42D4-8A3F-22629BEF05B7}">
      <dsp:nvSpPr>
        <dsp:cNvPr id="0" name=""/>
        <dsp:cNvSpPr/>
      </dsp:nvSpPr>
      <dsp:spPr>
        <a:xfrm>
          <a:off x="2432442" y="3235291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Earn and spend transactions tracked</a:t>
          </a:r>
        </a:p>
      </dsp:txBody>
      <dsp:txXfrm>
        <a:off x="2432442" y="3235291"/>
        <a:ext cx="1437890" cy="5751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9D52D-FF0E-4CB6-8421-D1F2DE93DC3F}">
      <dsp:nvSpPr>
        <dsp:cNvPr id="0" name=""/>
        <dsp:cNvSpPr/>
      </dsp:nvSpPr>
      <dsp:spPr>
        <a:xfrm>
          <a:off x="0" y="1897"/>
          <a:ext cx="4952999" cy="961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700F8-1834-447A-8FFC-31EBC2B4336F}">
      <dsp:nvSpPr>
        <dsp:cNvPr id="0" name=""/>
        <dsp:cNvSpPr/>
      </dsp:nvSpPr>
      <dsp:spPr>
        <a:xfrm>
          <a:off x="290922" y="218286"/>
          <a:ext cx="528949" cy="528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01C14-202E-4EB5-8CF5-5C7D29370CA2}">
      <dsp:nvSpPr>
        <dsp:cNvPr id="0" name=""/>
        <dsp:cNvSpPr/>
      </dsp:nvSpPr>
      <dsp:spPr>
        <a:xfrm>
          <a:off x="1110794" y="1897"/>
          <a:ext cx="3842204" cy="96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Security Model</a:t>
          </a:r>
          <a:endParaRPr lang="en-US" sz="2200" kern="1200"/>
        </a:p>
      </dsp:txBody>
      <dsp:txXfrm>
        <a:off x="1110794" y="1897"/>
        <a:ext cx="3842204" cy="961726"/>
      </dsp:txXfrm>
    </dsp:sp>
    <dsp:sp modelId="{C8006D1A-DE80-4167-B059-291CFE0EB8A4}">
      <dsp:nvSpPr>
        <dsp:cNvPr id="0" name=""/>
        <dsp:cNvSpPr/>
      </dsp:nvSpPr>
      <dsp:spPr>
        <a:xfrm>
          <a:off x="0" y="1204056"/>
          <a:ext cx="4952999" cy="961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414E1-E9A6-4CC5-87B7-0299AC481B44}">
      <dsp:nvSpPr>
        <dsp:cNvPr id="0" name=""/>
        <dsp:cNvSpPr/>
      </dsp:nvSpPr>
      <dsp:spPr>
        <a:xfrm>
          <a:off x="290922" y="1420444"/>
          <a:ext cx="528949" cy="528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0C195-4E79-4F7A-9F09-CE41FAA970B1}">
      <dsp:nvSpPr>
        <dsp:cNvPr id="0" name=""/>
        <dsp:cNvSpPr/>
      </dsp:nvSpPr>
      <dsp:spPr>
        <a:xfrm>
          <a:off x="1110794" y="1204056"/>
          <a:ext cx="3842204" cy="96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JWT validated on every request</a:t>
          </a:r>
        </a:p>
      </dsp:txBody>
      <dsp:txXfrm>
        <a:off x="1110794" y="1204056"/>
        <a:ext cx="3842204" cy="961726"/>
      </dsp:txXfrm>
    </dsp:sp>
    <dsp:sp modelId="{C11677C8-0AB8-44F8-BB68-86E713AC8AF0}">
      <dsp:nvSpPr>
        <dsp:cNvPr id="0" name=""/>
        <dsp:cNvSpPr/>
      </dsp:nvSpPr>
      <dsp:spPr>
        <a:xfrm>
          <a:off x="0" y="2406214"/>
          <a:ext cx="4952999" cy="961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5EB4F-E3E0-4AD2-877B-8504374558C2}">
      <dsp:nvSpPr>
        <dsp:cNvPr id="0" name=""/>
        <dsp:cNvSpPr/>
      </dsp:nvSpPr>
      <dsp:spPr>
        <a:xfrm>
          <a:off x="290922" y="2622603"/>
          <a:ext cx="528949" cy="528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1FB2C-7658-4A9A-884D-03A846936D46}">
      <dsp:nvSpPr>
        <dsp:cNvPr id="0" name=""/>
        <dsp:cNvSpPr/>
      </dsp:nvSpPr>
      <dsp:spPr>
        <a:xfrm>
          <a:off x="1110794" y="2406214"/>
          <a:ext cx="3842204" cy="96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Role‑based authorization policies</a:t>
          </a:r>
        </a:p>
      </dsp:txBody>
      <dsp:txXfrm>
        <a:off x="1110794" y="2406214"/>
        <a:ext cx="3842204" cy="961726"/>
      </dsp:txXfrm>
    </dsp:sp>
    <dsp:sp modelId="{FB95FCDF-08DE-40AC-AB23-E1050562BF78}">
      <dsp:nvSpPr>
        <dsp:cNvPr id="0" name=""/>
        <dsp:cNvSpPr/>
      </dsp:nvSpPr>
      <dsp:spPr>
        <a:xfrm>
          <a:off x="0" y="3608373"/>
          <a:ext cx="4952999" cy="961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C2312-97D4-4C48-A7DF-A60007BE060E}">
      <dsp:nvSpPr>
        <dsp:cNvPr id="0" name=""/>
        <dsp:cNvSpPr/>
      </dsp:nvSpPr>
      <dsp:spPr>
        <a:xfrm>
          <a:off x="290922" y="3824762"/>
          <a:ext cx="528949" cy="528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6141A-6183-4057-9F40-986E6BAE9F67}">
      <dsp:nvSpPr>
        <dsp:cNvPr id="0" name=""/>
        <dsp:cNvSpPr/>
      </dsp:nvSpPr>
      <dsp:spPr>
        <a:xfrm>
          <a:off x="1110794" y="3608373"/>
          <a:ext cx="3842204" cy="961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Ownership checks in endpoints</a:t>
          </a:r>
        </a:p>
      </dsp:txBody>
      <dsp:txXfrm>
        <a:off x="1110794" y="3608373"/>
        <a:ext cx="3842204" cy="9617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6290A-BDFC-4C52-8AF0-FA5330B7AFFF}">
      <dsp:nvSpPr>
        <dsp:cNvPr id="0" name=""/>
        <dsp:cNvSpPr/>
      </dsp:nvSpPr>
      <dsp:spPr>
        <a:xfrm>
          <a:off x="0" y="409326"/>
          <a:ext cx="61091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A7BC1-C994-4DD3-A1C5-F328DD8E58D0}">
      <dsp:nvSpPr>
        <dsp:cNvPr id="0" name=""/>
        <dsp:cNvSpPr/>
      </dsp:nvSpPr>
      <dsp:spPr>
        <a:xfrm>
          <a:off x="305456" y="158406"/>
          <a:ext cx="427639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Key Strengths</a:t>
          </a:r>
          <a:endParaRPr lang="en-US" sz="1700" kern="1200" dirty="0"/>
        </a:p>
      </dsp:txBody>
      <dsp:txXfrm>
        <a:off x="329954" y="182904"/>
        <a:ext cx="4227395" cy="452844"/>
      </dsp:txXfrm>
    </dsp:sp>
    <dsp:sp modelId="{2EB48C7C-F480-4A78-A04F-1B57094D0B40}">
      <dsp:nvSpPr>
        <dsp:cNvPr id="0" name=""/>
        <dsp:cNvSpPr/>
      </dsp:nvSpPr>
      <dsp:spPr>
        <a:xfrm>
          <a:off x="0" y="1180446"/>
          <a:ext cx="61091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96787-729F-4A93-9CDF-382AF56E35FF}">
      <dsp:nvSpPr>
        <dsp:cNvPr id="0" name=""/>
        <dsp:cNvSpPr/>
      </dsp:nvSpPr>
      <dsp:spPr>
        <a:xfrm>
          <a:off x="305456" y="929526"/>
          <a:ext cx="427639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Clear separation of concerns</a:t>
          </a:r>
        </a:p>
      </dsp:txBody>
      <dsp:txXfrm>
        <a:off x="329954" y="954024"/>
        <a:ext cx="4227395" cy="452844"/>
      </dsp:txXfrm>
    </dsp:sp>
    <dsp:sp modelId="{071DB817-24AD-43F0-B087-D194E828F323}">
      <dsp:nvSpPr>
        <dsp:cNvPr id="0" name=""/>
        <dsp:cNvSpPr/>
      </dsp:nvSpPr>
      <dsp:spPr>
        <a:xfrm>
          <a:off x="0" y="1951566"/>
          <a:ext cx="61091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6D4E7-F97D-4038-97F3-E5D365ADC5C9}">
      <dsp:nvSpPr>
        <dsp:cNvPr id="0" name=""/>
        <dsp:cNvSpPr/>
      </dsp:nvSpPr>
      <dsp:spPr>
        <a:xfrm>
          <a:off x="305456" y="1700646"/>
          <a:ext cx="427639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Stateless authentication</a:t>
          </a:r>
        </a:p>
      </dsp:txBody>
      <dsp:txXfrm>
        <a:off x="329954" y="1725144"/>
        <a:ext cx="4227395" cy="452844"/>
      </dsp:txXfrm>
    </dsp:sp>
    <dsp:sp modelId="{85501E1E-420E-422E-886D-C0FEADD452AC}">
      <dsp:nvSpPr>
        <dsp:cNvPr id="0" name=""/>
        <dsp:cNvSpPr/>
      </dsp:nvSpPr>
      <dsp:spPr>
        <a:xfrm>
          <a:off x="0" y="2722686"/>
          <a:ext cx="61091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DE8BC-9F4A-4EF0-A31E-327E41468630}">
      <dsp:nvSpPr>
        <dsp:cNvPr id="0" name=""/>
        <dsp:cNvSpPr/>
      </dsp:nvSpPr>
      <dsp:spPr>
        <a:xfrm>
          <a:off x="305456" y="2471766"/>
          <a:ext cx="427639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Backend‑first security</a:t>
          </a:r>
        </a:p>
      </dsp:txBody>
      <dsp:txXfrm>
        <a:off x="329954" y="2496264"/>
        <a:ext cx="4227395" cy="452844"/>
      </dsp:txXfrm>
    </dsp:sp>
    <dsp:sp modelId="{27E7BBD9-4DC8-4076-A2AB-F6966E95BCD4}">
      <dsp:nvSpPr>
        <dsp:cNvPr id="0" name=""/>
        <dsp:cNvSpPr/>
      </dsp:nvSpPr>
      <dsp:spPr>
        <a:xfrm>
          <a:off x="0" y="3493806"/>
          <a:ext cx="61091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BA406-841E-4F65-8737-03E54E407BCD}">
      <dsp:nvSpPr>
        <dsp:cNvPr id="0" name=""/>
        <dsp:cNvSpPr/>
      </dsp:nvSpPr>
      <dsp:spPr>
        <a:xfrm>
          <a:off x="305456" y="3242886"/>
          <a:ext cx="427639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Real‑world modeling</a:t>
          </a:r>
        </a:p>
      </dsp:txBody>
      <dsp:txXfrm>
        <a:off x="329954" y="3267384"/>
        <a:ext cx="4227395" cy="452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254B8-C46C-45D4-9485-04156B17DB26}">
      <dsp:nvSpPr>
        <dsp:cNvPr id="0" name=""/>
        <dsp:cNvSpPr/>
      </dsp:nvSpPr>
      <dsp:spPr>
        <a:xfrm>
          <a:off x="372979" y="47955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FA0DD-2943-4F33-8A78-CF3D018F335B}">
      <dsp:nvSpPr>
        <dsp:cNvPr id="0" name=""/>
        <dsp:cNvSpPr/>
      </dsp:nvSpPr>
      <dsp:spPr>
        <a:xfrm>
          <a:off x="606979" y="71355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D1410-A7D7-4198-98D5-CDB8F57585C1}">
      <dsp:nvSpPr>
        <dsp:cNvPr id="0" name=""/>
        <dsp:cNvSpPr/>
      </dsp:nvSpPr>
      <dsp:spPr>
        <a:xfrm>
          <a:off x="21979" y="19195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Summary</a:t>
          </a:r>
          <a:endParaRPr lang="en-US" sz="1700" kern="1200"/>
        </a:p>
      </dsp:txBody>
      <dsp:txXfrm>
        <a:off x="21979" y="1919560"/>
        <a:ext cx="1800000" cy="720000"/>
      </dsp:txXfrm>
    </dsp:sp>
    <dsp:sp modelId="{3EEB12B5-1A24-4CC2-AAAA-255DB50D4775}">
      <dsp:nvSpPr>
        <dsp:cNvPr id="0" name=""/>
        <dsp:cNvSpPr/>
      </dsp:nvSpPr>
      <dsp:spPr>
        <a:xfrm>
          <a:off x="2487979" y="47955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D1184-6C09-45C2-AA5F-82DD44696B10}">
      <dsp:nvSpPr>
        <dsp:cNvPr id="0" name=""/>
        <dsp:cNvSpPr/>
      </dsp:nvSpPr>
      <dsp:spPr>
        <a:xfrm>
          <a:off x="2721979" y="71355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16BED-120B-4A48-8B0D-DD5306746DB3}">
      <dsp:nvSpPr>
        <dsp:cNvPr id="0" name=""/>
        <dsp:cNvSpPr/>
      </dsp:nvSpPr>
      <dsp:spPr>
        <a:xfrm>
          <a:off x="2136979" y="19195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Full-stack ownership</a:t>
          </a:r>
        </a:p>
      </dsp:txBody>
      <dsp:txXfrm>
        <a:off x="2136979" y="1919560"/>
        <a:ext cx="1800000" cy="720000"/>
      </dsp:txXfrm>
    </dsp:sp>
    <dsp:sp modelId="{7CC15E62-7190-438C-B816-D11028C92888}">
      <dsp:nvSpPr>
        <dsp:cNvPr id="0" name=""/>
        <dsp:cNvSpPr/>
      </dsp:nvSpPr>
      <dsp:spPr>
        <a:xfrm>
          <a:off x="4602980" y="47955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1EE10-062E-4BC4-A16A-8388DCB6DABD}">
      <dsp:nvSpPr>
        <dsp:cNvPr id="0" name=""/>
        <dsp:cNvSpPr/>
      </dsp:nvSpPr>
      <dsp:spPr>
        <a:xfrm>
          <a:off x="4836980" y="71355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3296C-A675-4374-99B8-A6C7214AA80F}">
      <dsp:nvSpPr>
        <dsp:cNvPr id="0" name=""/>
        <dsp:cNvSpPr/>
      </dsp:nvSpPr>
      <dsp:spPr>
        <a:xfrm>
          <a:off x="4251980" y="19195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Secure role-based design</a:t>
          </a:r>
        </a:p>
      </dsp:txBody>
      <dsp:txXfrm>
        <a:off x="4251980" y="1919560"/>
        <a:ext cx="1800000" cy="720000"/>
      </dsp:txXfrm>
    </dsp:sp>
    <dsp:sp modelId="{B50BDA98-7040-434D-88B5-70C922F28A19}">
      <dsp:nvSpPr>
        <dsp:cNvPr id="0" name=""/>
        <dsp:cNvSpPr/>
      </dsp:nvSpPr>
      <dsp:spPr>
        <a:xfrm>
          <a:off x="6717980" y="47955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3FF8B-6E5C-420D-9C01-516425D8B651}">
      <dsp:nvSpPr>
        <dsp:cNvPr id="0" name=""/>
        <dsp:cNvSpPr/>
      </dsp:nvSpPr>
      <dsp:spPr>
        <a:xfrm>
          <a:off x="6951980" y="71355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144ED-126C-44EB-BD06-5AD0769A14DC}">
      <dsp:nvSpPr>
        <dsp:cNvPr id="0" name=""/>
        <dsp:cNvSpPr/>
      </dsp:nvSpPr>
      <dsp:spPr>
        <a:xfrm>
          <a:off x="6366980" y="19195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Clean, scalable architecture</a:t>
          </a:r>
        </a:p>
      </dsp:txBody>
      <dsp:txXfrm>
        <a:off x="6366980" y="1919560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2B289-18CC-491D-A510-B37DA53135A8}">
      <dsp:nvSpPr>
        <dsp:cNvPr id="0" name=""/>
        <dsp:cNvSpPr/>
      </dsp:nvSpPr>
      <dsp:spPr>
        <a:xfrm>
          <a:off x="0" y="558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E87E2-98F7-47BF-8A46-8FBF6B154D25}">
      <dsp:nvSpPr>
        <dsp:cNvPr id="0" name=""/>
        <dsp:cNvSpPr/>
      </dsp:nvSpPr>
      <dsp:spPr>
        <a:xfrm>
          <a:off x="141814" y="106040"/>
          <a:ext cx="257844" cy="2578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AD404-3D84-45BF-8CC1-7235E834219A}">
      <dsp:nvSpPr>
        <dsp:cNvPr id="0" name=""/>
        <dsp:cNvSpPr/>
      </dsp:nvSpPr>
      <dsp:spPr>
        <a:xfrm>
          <a:off x="541473" y="558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Where Things Live</a:t>
          </a:r>
          <a:endParaRPr lang="en-US" sz="1400" kern="1200"/>
        </a:p>
      </dsp:txBody>
      <dsp:txXfrm>
        <a:off x="541473" y="558"/>
        <a:ext cx="4230491" cy="468808"/>
      </dsp:txXfrm>
    </dsp:sp>
    <dsp:sp modelId="{CFD0276B-F77D-4C66-AB3B-5AF3377E5F2C}">
      <dsp:nvSpPr>
        <dsp:cNvPr id="0" name=""/>
        <dsp:cNvSpPr/>
      </dsp:nvSpPr>
      <dsp:spPr>
        <a:xfrm>
          <a:off x="0" y="586568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ED842-5638-4015-923D-EAF0FFF7AA7C}">
      <dsp:nvSpPr>
        <dsp:cNvPr id="0" name=""/>
        <dsp:cNvSpPr/>
      </dsp:nvSpPr>
      <dsp:spPr>
        <a:xfrm>
          <a:off x="141814" y="692050"/>
          <a:ext cx="257844" cy="2578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E63ED-767F-4049-962A-6B71BE647E42}">
      <dsp:nvSpPr>
        <dsp:cNvPr id="0" name=""/>
        <dsp:cNvSpPr/>
      </dsp:nvSpPr>
      <dsp:spPr>
        <a:xfrm>
          <a:off x="541473" y="586568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Authentication state: AuthContext.tsx</a:t>
          </a:r>
        </a:p>
      </dsp:txBody>
      <dsp:txXfrm>
        <a:off x="541473" y="586568"/>
        <a:ext cx="4230491" cy="468808"/>
      </dsp:txXfrm>
    </dsp:sp>
    <dsp:sp modelId="{B680B186-E119-4391-BFA9-B67D55BA0208}">
      <dsp:nvSpPr>
        <dsp:cNvPr id="0" name=""/>
        <dsp:cNvSpPr/>
      </dsp:nvSpPr>
      <dsp:spPr>
        <a:xfrm>
          <a:off x="0" y="1172579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97F34-9BE5-421E-883A-76E68F7E7577}">
      <dsp:nvSpPr>
        <dsp:cNvPr id="0" name=""/>
        <dsp:cNvSpPr/>
      </dsp:nvSpPr>
      <dsp:spPr>
        <a:xfrm>
          <a:off x="141814" y="1278061"/>
          <a:ext cx="257844" cy="2578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A3B69-2D3C-426E-BE62-A05B3FCC0F67}">
      <dsp:nvSpPr>
        <dsp:cNvPr id="0" name=""/>
        <dsp:cNvSpPr/>
      </dsp:nvSpPr>
      <dsp:spPr>
        <a:xfrm>
          <a:off x="541473" y="1172579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HTTP client and JWT attachment: api.ts</a:t>
          </a:r>
        </a:p>
      </dsp:txBody>
      <dsp:txXfrm>
        <a:off x="541473" y="1172579"/>
        <a:ext cx="4230491" cy="468808"/>
      </dsp:txXfrm>
    </dsp:sp>
    <dsp:sp modelId="{F031C263-75B7-4377-B7C4-E3766F948E9F}">
      <dsp:nvSpPr>
        <dsp:cNvPr id="0" name=""/>
        <dsp:cNvSpPr/>
      </dsp:nvSpPr>
      <dsp:spPr>
        <a:xfrm>
          <a:off x="0" y="1758590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A0A6B-78A5-4EC7-91FD-411F9FFF0F78}">
      <dsp:nvSpPr>
        <dsp:cNvPr id="0" name=""/>
        <dsp:cNvSpPr/>
      </dsp:nvSpPr>
      <dsp:spPr>
        <a:xfrm>
          <a:off x="141814" y="1864072"/>
          <a:ext cx="257844" cy="2578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8B170-3C8E-47B7-B9BC-2D0FF21FD962}">
      <dsp:nvSpPr>
        <dsp:cNvPr id="0" name=""/>
        <dsp:cNvSpPr/>
      </dsp:nvSpPr>
      <dsp:spPr>
        <a:xfrm>
          <a:off x="541473" y="1758590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Route protection: RequireRole.tsx</a:t>
          </a:r>
        </a:p>
      </dsp:txBody>
      <dsp:txXfrm>
        <a:off x="541473" y="1758590"/>
        <a:ext cx="4230491" cy="468808"/>
      </dsp:txXfrm>
    </dsp:sp>
    <dsp:sp modelId="{FAE17393-236A-409C-80DE-6A3726C0581C}">
      <dsp:nvSpPr>
        <dsp:cNvPr id="0" name=""/>
        <dsp:cNvSpPr/>
      </dsp:nvSpPr>
      <dsp:spPr>
        <a:xfrm>
          <a:off x="0" y="2344601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29A02-1479-4DDD-8152-3FA899A6ADBA}">
      <dsp:nvSpPr>
        <dsp:cNvPr id="0" name=""/>
        <dsp:cNvSpPr/>
      </dsp:nvSpPr>
      <dsp:spPr>
        <a:xfrm>
          <a:off x="141814" y="2450083"/>
          <a:ext cx="257844" cy="2578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DE7CC-38A1-4D34-8790-EA5D5717B70F}">
      <dsp:nvSpPr>
        <dsp:cNvPr id="0" name=""/>
        <dsp:cNvSpPr/>
      </dsp:nvSpPr>
      <dsp:spPr>
        <a:xfrm>
          <a:off x="541473" y="2344601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Core role-based UI: KidsRewardsPage.tsx</a:t>
          </a:r>
        </a:p>
      </dsp:txBody>
      <dsp:txXfrm>
        <a:off x="541473" y="2344601"/>
        <a:ext cx="4230491" cy="468808"/>
      </dsp:txXfrm>
    </dsp:sp>
    <dsp:sp modelId="{D60CD29F-8FEC-4214-9BB5-252E233F31B7}">
      <dsp:nvSpPr>
        <dsp:cNvPr id="0" name=""/>
        <dsp:cNvSpPr/>
      </dsp:nvSpPr>
      <dsp:spPr>
        <a:xfrm>
          <a:off x="0" y="2930611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071FF-08DA-48D3-A951-BFB30B75F7B2}">
      <dsp:nvSpPr>
        <dsp:cNvPr id="0" name=""/>
        <dsp:cNvSpPr/>
      </dsp:nvSpPr>
      <dsp:spPr>
        <a:xfrm>
          <a:off x="141814" y="3036093"/>
          <a:ext cx="257844" cy="2578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F78EA-5A27-4D35-8FCD-72685008F39A}">
      <dsp:nvSpPr>
        <dsp:cNvPr id="0" name=""/>
        <dsp:cNvSpPr/>
      </dsp:nvSpPr>
      <dsp:spPr>
        <a:xfrm>
          <a:off x="541473" y="2930611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contracts: types.ts</a:t>
          </a:r>
        </a:p>
      </dsp:txBody>
      <dsp:txXfrm>
        <a:off x="541473" y="2930611"/>
        <a:ext cx="4230491" cy="468808"/>
      </dsp:txXfrm>
    </dsp:sp>
    <dsp:sp modelId="{C1C79787-1141-4169-BF53-D2D319D1E851}">
      <dsp:nvSpPr>
        <dsp:cNvPr id="0" name=""/>
        <dsp:cNvSpPr/>
      </dsp:nvSpPr>
      <dsp:spPr>
        <a:xfrm>
          <a:off x="0" y="3516622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A86E1-6C1F-4F8B-B3C1-EBEB47096540}">
      <dsp:nvSpPr>
        <dsp:cNvPr id="0" name=""/>
        <dsp:cNvSpPr/>
      </dsp:nvSpPr>
      <dsp:spPr>
        <a:xfrm>
          <a:off x="141814" y="3622104"/>
          <a:ext cx="257844" cy="2578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A928F-1351-4A81-B4D9-7F225FDCF37F}">
      <dsp:nvSpPr>
        <dsp:cNvPr id="0" name=""/>
        <dsp:cNvSpPr/>
      </dsp:nvSpPr>
      <dsp:spPr>
        <a:xfrm>
          <a:off x="541473" y="3516622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Backend auth and policies: Program.cs</a:t>
          </a:r>
        </a:p>
      </dsp:txBody>
      <dsp:txXfrm>
        <a:off x="541473" y="3516622"/>
        <a:ext cx="4230491" cy="468808"/>
      </dsp:txXfrm>
    </dsp:sp>
    <dsp:sp modelId="{FF44CD49-E783-476D-B5EE-0AB60760F899}">
      <dsp:nvSpPr>
        <dsp:cNvPr id="0" name=""/>
        <dsp:cNvSpPr/>
      </dsp:nvSpPr>
      <dsp:spPr>
        <a:xfrm>
          <a:off x="0" y="4102633"/>
          <a:ext cx="4771965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336D8-8B99-4146-843E-DC9FD38AF051}">
      <dsp:nvSpPr>
        <dsp:cNvPr id="0" name=""/>
        <dsp:cNvSpPr/>
      </dsp:nvSpPr>
      <dsp:spPr>
        <a:xfrm>
          <a:off x="141814" y="4208115"/>
          <a:ext cx="257844" cy="2578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DAB29-0FE1-4522-A466-2A3E38F1A083}">
      <dsp:nvSpPr>
        <dsp:cNvPr id="0" name=""/>
        <dsp:cNvSpPr/>
      </dsp:nvSpPr>
      <dsp:spPr>
        <a:xfrm>
          <a:off x="541473" y="4102633"/>
          <a:ext cx="4230491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EF Core mappings and ledger: AppDbContext.cs</a:t>
          </a:r>
        </a:p>
      </dsp:txBody>
      <dsp:txXfrm>
        <a:off x="541473" y="4102633"/>
        <a:ext cx="4230491" cy="468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3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7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98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6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0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6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0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7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8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6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ED2E1E7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8C19409B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3_928DC7F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231C956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99CF4C9C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06_C09E5FBE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78A8CC9C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microsoft.com/office/2018/10/relationships/comments" Target="../comments/modernComment_108_7BD395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microsoft.com/office/2018/10/relationships/comments" Target="../comments/modernComment_109_37FBE17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microsoft.com/office/2018/10/relationships/comments" Target="../comments/modernComment_10A_68CB6DDD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CA07CF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7C17AD6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microsoft.com/office/2018/10/relationships/comments" Target="../comments/modernComment_10D_F1F7775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D35C2A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microsoft.com/office/2018/10/relationships/comments" Target="../comments/modernComment_10F_CA2694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microsoft.com/office/2018/10/relationships/comments" Target="../comments/modernComment_110_119849CA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19703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microsoft.com/office/2018/10/relationships/comments" Target="../comments/modernComment_113_65BDB5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microsoft.com/office/2018/10/relationships/comments" Target="../comments/modernComment_118_140190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9_7DDFF8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A_D1B3A40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B_A32624BE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C_D46CAA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D_E819945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5D8B69C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9EBE4E-5983-B393-1D5E-73135106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AEC08-E511-2346-24CD-353F5A07A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EF5482-568A-9463-C672-BC6D644D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9511" y="-72076"/>
            <a:ext cx="8582352" cy="4875036"/>
          </a:xfrm>
          <a:custGeom>
            <a:avLst/>
            <a:gdLst>
              <a:gd name="connsiteX0" fmla="*/ 1259133 w 8582352"/>
              <a:gd name="connsiteY0" fmla="*/ 1707 h 4875036"/>
              <a:gd name="connsiteX1" fmla="*/ 29139 w 8582352"/>
              <a:gd name="connsiteY1" fmla="*/ 317762 h 4875036"/>
              <a:gd name="connsiteX2" fmla="*/ 0 w 8582352"/>
              <a:gd name="connsiteY2" fmla="*/ 333585 h 4875036"/>
              <a:gd name="connsiteX3" fmla="*/ 79271 w 8582352"/>
              <a:gd name="connsiteY3" fmla="*/ 4875036 h 4875036"/>
              <a:gd name="connsiteX4" fmla="*/ 8582352 w 8582352"/>
              <a:gd name="connsiteY4" fmla="*/ 4726614 h 4875036"/>
              <a:gd name="connsiteX5" fmla="*/ 3064323 w 8582352"/>
              <a:gd name="connsiteY5" fmla="*/ 550287 h 4875036"/>
              <a:gd name="connsiteX6" fmla="*/ 3002736 w 8582352"/>
              <a:gd name="connsiteY6" fmla="*/ 506058 h 4875036"/>
              <a:gd name="connsiteX7" fmla="*/ 1429589 w 8582352"/>
              <a:gd name="connsiteY7" fmla="*/ 840 h 4875036"/>
              <a:gd name="connsiteX8" fmla="*/ 1259133 w 8582352"/>
              <a:gd name="connsiteY8" fmla="*/ 1707 h 4875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2352" h="4875036">
                <a:moveTo>
                  <a:pt x="1259133" y="1707"/>
                </a:moveTo>
                <a:cubicBezTo>
                  <a:pt x="833461" y="16212"/>
                  <a:pt x="412733" y="123046"/>
                  <a:pt x="29139" y="317762"/>
                </a:cubicBezTo>
                <a:lnTo>
                  <a:pt x="0" y="333585"/>
                </a:lnTo>
                <a:lnTo>
                  <a:pt x="79271" y="4875036"/>
                </a:lnTo>
                <a:lnTo>
                  <a:pt x="8582352" y="4726614"/>
                </a:lnTo>
                <a:lnTo>
                  <a:pt x="3064323" y="550287"/>
                </a:lnTo>
                <a:lnTo>
                  <a:pt x="3002736" y="506058"/>
                </a:lnTo>
                <a:cubicBezTo>
                  <a:pt x="2522288" y="179187"/>
                  <a:pt x="1975404" y="13891"/>
                  <a:pt x="1429589" y="840"/>
                </a:cubicBezTo>
                <a:cubicBezTo>
                  <a:pt x="1372734" y="-519"/>
                  <a:pt x="1315889" y="-227"/>
                  <a:pt x="1259133" y="1707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6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7142" y="691723"/>
            <a:ext cx="4241299" cy="1819658"/>
          </a:xfrm>
        </p:spPr>
        <p:txBody>
          <a:bodyPr>
            <a:normAutofit/>
          </a:bodyPr>
          <a:lstStyle/>
          <a:p>
            <a:r>
              <a:rPr lang="en-US" dirty="0"/>
              <a:t>Task &amp; Rewards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144" y="2555544"/>
            <a:ext cx="3349214" cy="8968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ea typeface="+mn-lt"/>
                <a:cs typeface="+mn-lt"/>
              </a:rPr>
              <a:t>This project is a full‑stack web application that models a real parent–child responsibility system. It focuses on role‑based authentication, clean architecture, and backend‑enforced rules.</a:t>
            </a:r>
            <a:endParaRPr lang="en-US" sz="11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8784C3-11AE-0BE2-6339-1A2BDAC7F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8979" y="5014859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27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92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7A2B2-7EDB-238B-44F1-0FCD7A83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Problem Statement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7D75-F618-A490-00B9-AECBEEA6B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 needed a structured way to assign and track responsibilities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My son needed motivation and clear rewards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Many apps mix roles or rely only on frontend enforcement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226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DEEEB-487D-3778-0D02-5D4B2AF7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High‑Level Solution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8AED-BE47-65A4-F5A9-AC80ED5E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Role‑based system: Parent and Kid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Tasks earn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Points redeem rewards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Backend enforces all rules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651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B2BC11-3AA0-8791-5B1B-4172FCB36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2DE86A-8209-3F4F-796A-17BEE794E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35620-9AC7-1FC6-A738-8CC43795C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2"/>
            <a:ext cx="3820159" cy="1908882"/>
          </a:xfrm>
        </p:spPr>
        <p:txBody>
          <a:bodyPr anchor="t">
            <a:normAutofit/>
          </a:bodyPr>
          <a:lstStyle/>
          <a:p>
            <a:r>
              <a:rPr lang="en-US" sz="2800" b="0">
                <a:ea typeface="+mj-lt"/>
                <a:cs typeface="+mj-lt"/>
              </a:rPr>
              <a:t>Tech Stack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BCD7D9-B386-1D47-3C1C-0765D9186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038469"/>
              </p:ext>
            </p:extLst>
          </p:nvPr>
        </p:nvGraphicFramePr>
        <p:xfrm>
          <a:off x="6096000" y="1143002"/>
          <a:ext cx="4952999" cy="457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87653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2737A-D33F-589F-54F6-A3103817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High‑Level Architecture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B0D3-6AF8-93F7-E718-4E6B7E19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Architecture Overview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React frontend communicates via REST APIs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Shared API client attaches JWT automatically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Backend validates JWT and enforces policies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EF Core maps models to the database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758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6A236-1C41-B967-D00F-C967D533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Authentication &amp; Roles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AAC5-DB2F-A521-5FAE-8992BD550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Authentication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Parent login issues Parent JWT</a:t>
            </a:r>
          </a:p>
          <a:p>
            <a:r>
              <a:rPr lang="en-US" dirty="0">
                <a:ea typeface="+mn-lt"/>
                <a:cs typeface="+mn-lt"/>
              </a:rPr>
              <a:t>Kid sessions issue Kid-scoped JWT</a:t>
            </a:r>
          </a:p>
          <a:p>
            <a:r>
              <a:rPr lang="en-US" dirty="0">
                <a:ea typeface="+mn-lt"/>
                <a:cs typeface="+mn-lt"/>
              </a:rPr>
              <a:t>Tokens are stateless and role-aware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99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CC8CFE-31F3-0DA5-6AC8-9A74170BF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9FB23B6-1F34-5B6A-2697-938FB355B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285BA-186D-8AE7-73B8-8966438E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817" y="1143001"/>
            <a:ext cx="7917227" cy="574157"/>
          </a:xfrm>
        </p:spPr>
        <p:txBody>
          <a:bodyPr anchor="t">
            <a:normAutofit/>
          </a:bodyPr>
          <a:lstStyle/>
          <a:p>
            <a:pPr algn="ctr"/>
            <a:r>
              <a:rPr lang="en-US" sz="2800" b="0">
                <a:ea typeface="+mj-lt"/>
                <a:cs typeface="+mj-lt"/>
              </a:rPr>
              <a:t>Frontend Auth State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5C9927-A272-44F4-516D-0EC4D368D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53480"/>
              </p:ext>
            </p:extLst>
          </p:nvPr>
        </p:nvGraphicFramePr>
        <p:xfrm>
          <a:off x="1913862" y="2400300"/>
          <a:ext cx="8378456" cy="294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16046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0C643-B9E7-C6A5-A04D-10BD2DA3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Route Protection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6FBC6-C6B6-8E5A-B6E4-C5E347B2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Client‑Side Route Guarding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Routes protected by role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Automatic redirects for wrong role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Safe fallbacks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283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8B2BC11-3AA0-8791-5B1B-4172FCB36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02DE86A-8209-3F4F-796A-17BEE794E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EF32A-8E2C-CF8F-F8D7-6A92EE1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2"/>
            <a:ext cx="3820159" cy="1908882"/>
          </a:xfrm>
        </p:spPr>
        <p:txBody>
          <a:bodyPr anchor="t">
            <a:normAutofit/>
          </a:bodyPr>
          <a:lstStyle/>
          <a:p>
            <a:r>
              <a:rPr lang="en-US" sz="2800" b="0" dirty="0">
                <a:ea typeface="+mj-lt"/>
                <a:cs typeface="+mj-lt"/>
              </a:rPr>
              <a:t>Parent User Flow</a:t>
            </a:r>
            <a:endParaRPr lang="en-US" sz="2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0F93F9-7578-9513-518C-36EBDBBA4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044846"/>
              </p:ext>
            </p:extLst>
          </p:nvPr>
        </p:nvGraphicFramePr>
        <p:xfrm>
          <a:off x="6096000" y="1143002"/>
          <a:ext cx="4952999" cy="457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74638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0131D-87DE-2392-5CD6-AB2A3612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Kid User Flow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221199-3671-E854-B76C-0D3240E86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584639"/>
              </p:ext>
            </p:extLst>
          </p:nvPr>
        </p:nvGraphicFramePr>
        <p:xfrm>
          <a:off x="2860040" y="2595880"/>
          <a:ext cx="8188960" cy="311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9254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5511B-93B6-3FDE-F643-CE49D5A7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1497"/>
            <a:ext cx="8606346" cy="1257299"/>
          </a:xfrm>
        </p:spPr>
        <p:txBody>
          <a:bodyPr anchor="ctr">
            <a:normAutofit/>
          </a:bodyPr>
          <a:lstStyle/>
          <a:p>
            <a:r>
              <a:rPr lang="en-US" sz="4800" b="0">
                <a:ea typeface="+mj-lt"/>
                <a:cs typeface="+mj-lt"/>
              </a:rPr>
              <a:t>Role‑Based UI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B62D5-4D43-A913-6E31-8001F1A9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2736850"/>
            <a:ext cx="5029202" cy="2978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Single Page, Dual Behavior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Same page supports Parent and Kid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UI actions vary by role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Backend always enforces permissions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E032C21A-0E7F-EC64-DE7B-C30DF515F7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1" b="18362"/>
          <a:stretch>
            <a:fillRect/>
          </a:stretch>
        </p:blipFill>
        <p:spPr>
          <a:xfrm>
            <a:off x="5797434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81623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6B30C7-A5EB-62EB-4D41-ED75213F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07827-941B-395F-2FB8-CCA28E38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35509"/>
            <a:ext cx="4766932" cy="3151535"/>
          </a:xfrm>
        </p:spPr>
        <p:txBody>
          <a:bodyPr anchor="t">
            <a:normAutofit/>
          </a:bodyPr>
          <a:lstStyle/>
          <a:p>
            <a:r>
              <a:rPr lang="en-US" sz="4800" b="0">
                <a:ea typeface="+mj-lt"/>
                <a:cs typeface="+mj-lt"/>
              </a:rPr>
              <a:t>Task Lifecycle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50FDF-D847-1CDF-0BB4-ABEF31DB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732" y="1451294"/>
            <a:ext cx="4072268" cy="42637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Tasks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Parent creates tasks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Tasks assigned to a kid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Kid completes task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Backend awards points</a:t>
            </a: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093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250F8-AB63-2FAA-56A7-E08A9E99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30311"/>
            <a:ext cx="8905141" cy="1359356"/>
          </a:xfrm>
        </p:spPr>
        <p:txBody>
          <a:bodyPr anchor="ctr">
            <a:normAutofit/>
          </a:bodyPr>
          <a:lstStyle/>
          <a:p>
            <a:r>
              <a:rPr lang="en-US" sz="4800" b="0">
                <a:ea typeface="+mj-lt"/>
                <a:cs typeface="+mj-lt"/>
              </a:rPr>
              <a:t>Rewards Lifecycle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DAD0-87EF-7A93-5E85-619C458A9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493" y="2750127"/>
            <a:ext cx="5761449" cy="29648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Rewards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Parent defines rewards and costs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Kid redeems rewards</a:t>
            </a:r>
            <a:endParaRPr lang="en-US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Backend validates points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Points deducted atomically</a:t>
            </a: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265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B2BC11-3AA0-8791-5B1B-4172FCB36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30C116-2D32-8789-37A8-CA3563161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629155" y="815904"/>
            <a:ext cx="11603250" cy="6142191"/>
          </a:xfrm>
          <a:custGeom>
            <a:avLst/>
            <a:gdLst>
              <a:gd name="connsiteX0" fmla="*/ 2277921 w 11603250"/>
              <a:gd name="connsiteY0" fmla="*/ 2336 h 6142191"/>
              <a:gd name="connsiteX1" fmla="*/ 137232 w 11603250"/>
              <a:gd name="connsiteY1" fmla="*/ 706954 h 6142191"/>
              <a:gd name="connsiteX2" fmla="*/ 0 w 11603250"/>
              <a:gd name="connsiteY2" fmla="*/ 806570 h 6142191"/>
              <a:gd name="connsiteX3" fmla="*/ 93133 w 11603250"/>
              <a:gd name="connsiteY3" fmla="*/ 6142191 h 6142191"/>
              <a:gd name="connsiteX4" fmla="*/ 11603250 w 11603250"/>
              <a:gd name="connsiteY4" fmla="*/ 5941281 h 6142191"/>
              <a:gd name="connsiteX5" fmla="*/ 4748204 w 11603250"/>
              <a:gd name="connsiteY5" fmla="*/ 753031 h 6142191"/>
              <a:gd name="connsiteX6" fmla="*/ 4663927 w 11603250"/>
              <a:gd name="connsiteY6" fmla="*/ 692507 h 6142191"/>
              <a:gd name="connsiteX7" fmla="*/ 2511178 w 11603250"/>
              <a:gd name="connsiteY7" fmla="*/ 1150 h 6142191"/>
              <a:gd name="connsiteX8" fmla="*/ 2277921 w 11603250"/>
              <a:gd name="connsiteY8" fmla="*/ 2336 h 6142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03250" h="6142191">
                <a:moveTo>
                  <a:pt x="2277921" y="2336"/>
                </a:moveTo>
                <a:cubicBezTo>
                  <a:pt x="1520665" y="28140"/>
                  <a:pt x="774844" y="267470"/>
                  <a:pt x="137232" y="706954"/>
                </a:cubicBezTo>
                <a:lnTo>
                  <a:pt x="0" y="806570"/>
                </a:lnTo>
                <a:lnTo>
                  <a:pt x="93133" y="6142191"/>
                </a:lnTo>
                <a:lnTo>
                  <a:pt x="11603250" y="5941281"/>
                </a:lnTo>
                <a:lnTo>
                  <a:pt x="4748204" y="753031"/>
                </a:lnTo>
                <a:lnTo>
                  <a:pt x="4663927" y="692507"/>
                </a:lnTo>
                <a:cubicBezTo>
                  <a:pt x="4006465" y="245206"/>
                  <a:pt x="3258090" y="19009"/>
                  <a:pt x="2511178" y="1150"/>
                </a:cubicBezTo>
                <a:cubicBezTo>
                  <a:pt x="2433375" y="-711"/>
                  <a:pt x="2355587" y="-310"/>
                  <a:pt x="2277921" y="2336"/>
                </a:cubicBezTo>
                <a:close/>
              </a:path>
            </a:pathLst>
          </a:custGeom>
          <a:gradFill>
            <a:gsLst>
              <a:gs pos="37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9B1C-33B0-D370-5812-3EEEF5C0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1143001"/>
            <a:ext cx="3771330" cy="2285999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Points Ledger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5BC91-FCA2-8C7D-D76D-30F87A165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990396"/>
              </p:ext>
            </p:extLst>
          </p:nvPr>
        </p:nvGraphicFramePr>
        <p:xfrm>
          <a:off x="6435744" y="1904515"/>
          <a:ext cx="4613255" cy="381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95270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701CB-2980-FA2F-2195-CB0F304E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7" y="1132368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800" b="0">
                <a:ea typeface="+mj-lt"/>
                <a:cs typeface="+mj-lt"/>
              </a:rPr>
              <a:t>EF Core &amp; Data Integrity</a:t>
            </a:r>
            <a:endParaRPr lang="en-US" sz="4800">
              <a:ea typeface="+mj-lt"/>
              <a:cs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7D3FC-267E-5807-743A-6CBFA1028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01636"/>
            <a:ext cx="5012011" cy="31045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Entity Framework Core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Maps models to tables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Configures relationships and delete behavior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provider abstraction</a:t>
            </a:r>
            <a:endParaRPr lang="en-US" dirty="0"/>
          </a:p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70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B2BC11-3AA0-8791-5B1B-4172FCB36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2DE86A-8209-3F4F-796A-17BEE794E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A99A0-52D1-CC6B-B160-2E3944B8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2"/>
            <a:ext cx="3820159" cy="1908882"/>
          </a:xfrm>
        </p:spPr>
        <p:txBody>
          <a:bodyPr anchor="t">
            <a:normAutofit/>
          </a:bodyPr>
          <a:lstStyle/>
          <a:p>
            <a:r>
              <a:rPr lang="en-US" sz="2800" b="0">
                <a:ea typeface="+mj-lt"/>
                <a:cs typeface="+mj-lt"/>
              </a:rPr>
              <a:t>Security Enforcement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7A263C-0FF9-01FC-2C47-4270D45E7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216592"/>
              </p:ext>
            </p:extLst>
          </p:nvPr>
        </p:nvGraphicFramePr>
        <p:xfrm>
          <a:off x="6096000" y="1143002"/>
          <a:ext cx="4952999" cy="457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9703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C248155-68EB-D74C-5577-DA97D48E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30E628A-07F0-331A-DE0B-CCD7FB90A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6EE79-49AE-492E-3BB2-FDAD7C37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918" y="2061769"/>
            <a:ext cx="3019575" cy="2737375"/>
          </a:xfrm>
        </p:spPr>
        <p:txBody>
          <a:bodyPr anchor="ctr">
            <a:normAutofit/>
          </a:bodyPr>
          <a:lstStyle/>
          <a:p>
            <a:r>
              <a:rPr lang="en-US" sz="2800" b="0">
                <a:ea typeface="+mj-lt"/>
                <a:cs typeface="+mj-lt"/>
              </a:rPr>
              <a:t>Why This Design Works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9E6697-1EFD-EC5C-E7A8-DCCEC75C1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390288"/>
              </p:ext>
            </p:extLst>
          </p:nvPr>
        </p:nvGraphicFramePr>
        <p:xfrm>
          <a:off x="4677295" y="1389163"/>
          <a:ext cx="6109130" cy="408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1930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D4F36-46CD-1993-4773-4AB5CC30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Future Improvements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D78A-EC69-4D17-09CC-3773DA10E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Next Steps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Notifications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Task scheduling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Mobile‑optimized UI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Analytics for parents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8820E-D19C-F0DE-478C-D2785427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Closing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72013C-076B-F610-49B3-72FBB6564E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806362"/>
              </p:ext>
            </p:extLst>
          </p:nvPr>
        </p:nvGraphicFramePr>
        <p:xfrm>
          <a:off x="2860040" y="2595880"/>
          <a:ext cx="8188960" cy="311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947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9C509C-DC9F-72A7-2C51-F7F49BF17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2F11F5-4650-4EDB-A5A2-609AA6316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3823340" y="2206019"/>
            <a:ext cx="8404540" cy="4724346"/>
          </a:xfrm>
          <a:custGeom>
            <a:avLst/>
            <a:gdLst>
              <a:gd name="connsiteX0" fmla="*/ 1276386 w 8404540"/>
              <a:gd name="connsiteY0" fmla="*/ 1707 h 4724346"/>
              <a:gd name="connsiteX1" fmla="*/ 46392 w 8404540"/>
              <a:gd name="connsiteY1" fmla="*/ 317762 h 4724346"/>
              <a:gd name="connsiteX2" fmla="*/ 0 w 8404540"/>
              <a:gd name="connsiteY2" fmla="*/ 342953 h 4724346"/>
              <a:gd name="connsiteX3" fmla="*/ 76477 w 8404540"/>
              <a:gd name="connsiteY3" fmla="*/ 4724346 h 4724346"/>
              <a:gd name="connsiteX4" fmla="*/ 8404540 w 8404540"/>
              <a:gd name="connsiteY4" fmla="*/ 4578979 h 4724346"/>
              <a:gd name="connsiteX5" fmla="*/ 3081575 w 8404540"/>
              <a:gd name="connsiteY5" fmla="*/ 550286 h 4724346"/>
              <a:gd name="connsiteX6" fmla="*/ 3019989 w 8404540"/>
              <a:gd name="connsiteY6" fmla="*/ 506058 h 4724346"/>
              <a:gd name="connsiteX7" fmla="*/ 1446842 w 8404540"/>
              <a:gd name="connsiteY7" fmla="*/ 840 h 4724346"/>
              <a:gd name="connsiteX8" fmla="*/ 1276386 w 8404540"/>
              <a:gd name="connsiteY8" fmla="*/ 1707 h 4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4540" h="4724346">
                <a:moveTo>
                  <a:pt x="1276386" y="1707"/>
                </a:moveTo>
                <a:cubicBezTo>
                  <a:pt x="850714" y="16212"/>
                  <a:pt x="429986" y="123046"/>
                  <a:pt x="46392" y="317762"/>
                </a:cubicBezTo>
                <a:lnTo>
                  <a:pt x="0" y="342953"/>
                </a:lnTo>
                <a:lnTo>
                  <a:pt x="76477" y="4724346"/>
                </a:lnTo>
                <a:lnTo>
                  <a:pt x="8404540" y="4578979"/>
                </a:lnTo>
                <a:lnTo>
                  <a:pt x="3081575" y="550286"/>
                </a:lnTo>
                <a:lnTo>
                  <a:pt x="3019989" y="506058"/>
                </a:lnTo>
                <a:cubicBezTo>
                  <a:pt x="2539541" y="179187"/>
                  <a:pt x="1992657" y="13891"/>
                  <a:pt x="1446842" y="840"/>
                </a:cubicBezTo>
                <a:cubicBezTo>
                  <a:pt x="1389987" y="-519"/>
                  <a:pt x="1333142" y="-227"/>
                  <a:pt x="1276386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F985F24-A82E-38BB-9E95-B68E0525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0FE62-B646-E3F1-CA10-8DE674A3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852" y="1143000"/>
            <a:ext cx="3924676" cy="3345995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Code Reference Map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2FCD09-34D6-DA8B-BC67-53A523984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509405"/>
              </p:ext>
            </p:extLst>
          </p:nvPr>
        </p:nvGraphicFramePr>
        <p:xfrm>
          <a:off x="6096000" y="1143000"/>
          <a:ext cx="477196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6832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D8E37F-B926-4EDC-B832-034AD1BB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E3141-58A7-F029-F29D-2C664779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62049"/>
            <a:ext cx="6489764" cy="123825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Interview Q&amp;A: Authentication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405E-C2A0-FA92-C257-1DA4A00A5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2736850"/>
            <a:ext cx="4155651" cy="29781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ea typeface="+mn-lt"/>
                <a:cs typeface="+mn-lt"/>
              </a:rPr>
              <a:t>Auth Design Decisions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1">
                <a:ea typeface="+mn-lt"/>
                <a:cs typeface="+mn-lt"/>
              </a:rPr>
              <a:t>Why JWT instead of server sessions?</a:t>
            </a:r>
            <a:endParaRPr lang="en-US" sz="1400" b="1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JWTs are stateless and scale well.</a:t>
            </a:r>
            <a:endParaRPr lang="en-US" sz="140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Every request is self-contained and verifiable.</a:t>
            </a: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ea typeface="+mn-lt"/>
                <a:cs typeface="+mn-lt"/>
              </a:rPr>
              <a:t>Why separate Parent and Kid tokens?</a:t>
            </a:r>
            <a:endParaRPr lang="en-US" sz="1400" b="1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Prevents role confusion.</a:t>
            </a:r>
            <a:endParaRPr lang="en-US" sz="140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Makes backend authorization explicit and reliable.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B9655397-F381-8F92-1575-78DEE95AE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" r="-2" b="-2"/>
          <a:stretch>
            <a:fillRect/>
          </a:stretch>
        </p:blipFill>
        <p:spPr>
          <a:xfrm>
            <a:off x="3862670" y="2156616"/>
            <a:ext cx="8329331" cy="4701384"/>
          </a:xfrm>
          <a:custGeom>
            <a:avLst/>
            <a:gdLst/>
            <a:ahLst/>
            <a:cxnLst/>
            <a:rect l="l" t="t" r="r" b="b"/>
            <a:pathLst>
              <a:path w="8329331" h="4701384">
                <a:moveTo>
                  <a:pt x="7047184" y="406"/>
                </a:moveTo>
                <a:cubicBezTo>
                  <a:pt x="7473044" y="7480"/>
                  <a:pt x="7895572" y="106955"/>
                  <a:pt x="8282506" y="294946"/>
                </a:cubicBezTo>
                <a:lnTo>
                  <a:pt x="8329331" y="319324"/>
                </a:lnTo>
                <a:lnTo>
                  <a:pt x="8329331" y="4701384"/>
                </a:lnTo>
                <a:lnTo>
                  <a:pt x="0" y="4701384"/>
                </a:lnTo>
                <a:lnTo>
                  <a:pt x="5251843" y="580406"/>
                </a:lnTo>
                <a:lnTo>
                  <a:pt x="5312648" y="535110"/>
                </a:lnTo>
                <a:cubicBezTo>
                  <a:pt x="5787318" y="199904"/>
                  <a:pt x="6331234" y="25089"/>
                  <a:pt x="6876738" y="2514"/>
                </a:cubicBezTo>
                <a:cubicBezTo>
                  <a:pt x="6933561" y="163"/>
                  <a:pt x="6990402" y="-537"/>
                  <a:pt x="7047184" y="40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25179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8FD0D-A320-DDE9-944F-E073D268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07693"/>
            <a:ext cx="4305892" cy="1805111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Interview Q&amp;A: Security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51B06F-42FD-3E0A-3AA8-C5108264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32190-1DF5-5FFF-D532-889495A9B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4803" y="5010325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47C5-5F52-F927-D8C1-49C637ED1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43000"/>
            <a:ext cx="4953000" cy="382973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Preventing Abuse and Cheating</a:t>
            </a:r>
          </a:p>
          <a:p>
            <a:r>
              <a:rPr lang="en-US" dirty="0">
                <a:ea typeface="+mn-lt"/>
                <a:cs typeface="+mn-lt"/>
              </a:rPr>
              <a:t>UI checks are convenience only.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Backend validates role and ownership on every request.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Points are only modified server-side.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Ledger entries are written atomically with balance updates.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If someone tampers with the frontend, the backend still blocks invalid actions.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59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07B51-4B1A-27AB-4031-E7BD79D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Interview Q&amp;A: Frontend Design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BB6D-DD4C-44C8-DAC1-7DC9144F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Why One Page for Parent and Kid?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Using one page reduces duplication.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Behavior is driven by role, not routes.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Easier to maintain and extend.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Backend remains the authority for enforcement.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75369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09190-65BA-9214-B1E6-46A79BCF8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7" y="1132368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100" b="0">
                <a:ea typeface="+mj-lt"/>
                <a:cs typeface="+mj-lt"/>
              </a:rPr>
              <a:t>Interview Q&amp;A: Data Modeling</a:t>
            </a:r>
            <a:endParaRPr lang="en-US" sz="41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AC162-13F2-5E50-85F5-33A8490A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01636"/>
            <a:ext cx="5012011" cy="31045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Why a Points Ledger?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Balances are optimized for fast reads.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Ledger provides full history and auditability.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EF Core enforces relationships and delete behavior.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pattern scales well as features grow.</a:t>
            </a:r>
            <a:endParaRPr lang="en-US" dirty="0"/>
          </a:p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2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D8E37F-B926-4EDC-B832-034AD1BB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7944-9753-7707-7E7E-EDABF183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62049"/>
            <a:ext cx="6489764" cy="123825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Final Takeaway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FDFD9-711B-2D00-A2C0-B169CBEB0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2736850"/>
            <a:ext cx="4155651" cy="29781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What This Project Shows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Real-world role-based system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Secure backend-first enforcement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Thoughtful frontend architecture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498E077F-1BD6-F1D1-DAE9-A2178357B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13" r="-1" b="8600"/>
          <a:stretch>
            <a:fillRect/>
          </a:stretch>
        </p:blipFill>
        <p:spPr>
          <a:xfrm>
            <a:off x="3862670" y="2156616"/>
            <a:ext cx="8329331" cy="4701384"/>
          </a:xfrm>
          <a:custGeom>
            <a:avLst/>
            <a:gdLst/>
            <a:ahLst/>
            <a:cxnLst/>
            <a:rect l="l" t="t" r="r" b="b"/>
            <a:pathLst>
              <a:path w="8329331" h="4701384">
                <a:moveTo>
                  <a:pt x="7047184" y="406"/>
                </a:moveTo>
                <a:cubicBezTo>
                  <a:pt x="7473044" y="7480"/>
                  <a:pt x="7895572" y="106955"/>
                  <a:pt x="8282506" y="294946"/>
                </a:cubicBezTo>
                <a:lnTo>
                  <a:pt x="8329331" y="319324"/>
                </a:lnTo>
                <a:lnTo>
                  <a:pt x="8329331" y="4701384"/>
                </a:lnTo>
                <a:lnTo>
                  <a:pt x="0" y="4701384"/>
                </a:lnTo>
                <a:lnTo>
                  <a:pt x="5251843" y="580406"/>
                </a:lnTo>
                <a:lnTo>
                  <a:pt x="5312648" y="535110"/>
                </a:lnTo>
                <a:cubicBezTo>
                  <a:pt x="5787318" y="199904"/>
                  <a:pt x="6331234" y="25089"/>
                  <a:pt x="6876738" y="2514"/>
                </a:cubicBezTo>
                <a:cubicBezTo>
                  <a:pt x="6933561" y="163"/>
                  <a:pt x="6990402" y="-537"/>
                  <a:pt x="7047184" y="40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779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587F3-57A4-413D-0E12-80B9FDDC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pPr marL="514350" indent="-514350">
              <a:buAutoNum type="alphaUcPeriod"/>
            </a:pPr>
            <a:r>
              <a:rPr lang="en-US" b="0" dirty="0">
                <a:ea typeface="+mj-lt"/>
                <a:cs typeface="+mj-lt"/>
              </a:rPr>
              <a:t>Authorization &amp; Role Enforcement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C8FB-A18B-2ABE-0656-1545DE44D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Files</a:t>
            </a:r>
            <a:endParaRPr lang="en-US" b="1"/>
          </a:p>
          <a:p>
            <a:pPr>
              <a:lnSpc>
                <a:spcPct val="110000"/>
              </a:lnSpc>
            </a:pPr>
            <a:r>
              <a:rPr lang="en-US" dirty="0" err="1">
                <a:latin typeface="Consolas"/>
              </a:rPr>
              <a:t>Program.cs</a:t>
            </a:r>
            <a:endParaRPr lang="en-US" err="1"/>
          </a:p>
          <a:p>
            <a:pPr>
              <a:lnSpc>
                <a:spcPct val="110000"/>
              </a:lnSpc>
            </a:pPr>
            <a:r>
              <a:rPr lang="en-US" dirty="0" err="1">
                <a:latin typeface="Consolas"/>
              </a:rPr>
              <a:t>RequireRole.tsx</a:t>
            </a:r>
            <a:endParaRPr lang="en-US" err="1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ea typeface="+mn-lt"/>
                <a:cs typeface="+mn-lt"/>
              </a:rPr>
              <a:t>Backend Code Reference (</a:t>
            </a:r>
            <a:r>
              <a:rPr lang="en-US" dirty="0" err="1">
                <a:ea typeface="+mn-lt"/>
                <a:cs typeface="+mn-lt"/>
              </a:rPr>
              <a:t>Program.cs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>
                <a:ea typeface="+mn-lt"/>
                <a:cs typeface="+mn-lt"/>
              </a:rPr>
              <a:t>"</a:t>
            </a:r>
            <a:r>
              <a:rPr lang="en-US" dirty="0" err="1">
                <a:ea typeface="+mn-lt"/>
                <a:cs typeface="+mn-lt"/>
              </a:rPr>
              <a:t>builder.Services.AddAuthorization</a:t>
            </a:r>
            <a:r>
              <a:rPr lang="en-US" dirty="0">
                <a:ea typeface="+mn-lt"/>
                <a:cs typeface="+mn-lt"/>
              </a:rPr>
              <a:t>(options =&gt;"</a:t>
            </a:r>
            <a:endParaRPr lang="en-US"/>
          </a:p>
          <a:p>
            <a:pPr>
              <a:lnSpc>
                <a:spcPct val="110000"/>
              </a:lnSpc>
              <a:buNone/>
            </a:pPr>
            <a:r>
              <a:rPr lang="en-US" dirty="0">
                <a:ea typeface="+mn-lt"/>
                <a:cs typeface="+mn-lt"/>
              </a:rPr>
              <a:t>Frontend Code Reference (</a:t>
            </a:r>
            <a:r>
              <a:rPr lang="en-US" dirty="0" err="1">
                <a:ea typeface="+mn-lt"/>
                <a:cs typeface="+mn-lt"/>
              </a:rPr>
              <a:t>RequireRole.tsx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>
                <a:ea typeface="+mn-lt"/>
                <a:cs typeface="+mn-lt"/>
              </a:rPr>
              <a:t>"if (</a:t>
            </a:r>
            <a:r>
              <a:rPr lang="en-US" dirty="0" err="1">
                <a:ea typeface="+mn-lt"/>
                <a:cs typeface="+mn-lt"/>
              </a:rPr>
              <a:t>required.length</a:t>
            </a:r>
            <a:r>
              <a:rPr lang="en-US" dirty="0">
                <a:ea typeface="+mn-lt"/>
                <a:cs typeface="+mn-lt"/>
              </a:rPr>
              <a:t> &gt; 0 &amp;&amp; (!</a:t>
            </a:r>
            <a:r>
              <a:rPr lang="en-US" dirty="0" err="1">
                <a:ea typeface="+mn-lt"/>
                <a:cs typeface="+mn-lt"/>
              </a:rPr>
              <a:t>activeRole</a:t>
            </a:r>
            <a:r>
              <a:rPr lang="en-US" dirty="0">
                <a:ea typeface="+mn-lt"/>
                <a:cs typeface="+mn-lt"/>
              </a:rPr>
              <a:t> || !</a:t>
            </a:r>
            <a:r>
              <a:rPr lang="en-US" dirty="0" err="1">
                <a:ea typeface="+mn-lt"/>
                <a:cs typeface="+mn-lt"/>
              </a:rPr>
              <a:t>required.includes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activeRole</a:t>
            </a:r>
            <a:r>
              <a:rPr lang="en-US" dirty="0">
                <a:ea typeface="+mn-lt"/>
                <a:cs typeface="+mn-lt"/>
              </a:rPr>
              <a:t>))) {"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300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84958-AACC-2ADF-E4E8-F51000E8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7" y="1132368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100" b="0">
                <a:ea typeface="+mj-lt"/>
                <a:cs typeface="+mj-lt"/>
              </a:rPr>
              <a:t>B. Frontend Architecture &amp; API Layer</a:t>
            </a:r>
            <a:endParaRPr lang="en-US" sz="41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A322-5DCD-8EC5-FFED-BCD0BFD2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01636"/>
            <a:ext cx="5012011" cy="31045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Files</a:t>
            </a:r>
          </a:p>
          <a:p>
            <a:pPr>
              <a:lnSpc>
                <a:spcPct val="110000"/>
              </a:lnSpc>
            </a:pPr>
            <a:r>
              <a:rPr lang="en-US" sz="1500" err="1">
                <a:latin typeface="Consolas"/>
              </a:rPr>
              <a:t>api.ts</a:t>
            </a:r>
            <a:endParaRPr lang="en-US" sz="1500" err="1"/>
          </a:p>
          <a:p>
            <a:pPr>
              <a:lnSpc>
                <a:spcPct val="110000"/>
              </a:lnSpc>
            </a:pPr>
            <a:r>
              <a:rPr lang="en-US" sz="1500" err="1">
                <a:latin typeface="Consolas"/>
              </a:rPr>
              <a:t>AuthContext.tsx</a:t>
            </a:r>
            <a:endParaRPr lang="en-US" sz="1500" err="1"/>
          </a:p>
          <a:p>
            <a:pPr>
              <a:lnSpc>
                <a:spcPct val="110000"/>
              </a:lnSpc>
              <a:buNone/>
            </a:pPr>
            <a:r>
              <a:rPr lang="en-US" sz="1500" dirty="0"/>
              <a:t>API Service Layer (</a:t>
            </a:r>
            <a:r>
              <a:rPr lang="en-US" sz="1500" dirty="0" err="1"/>
              <a:t>api.ts</a:t>
            </a:r>
            <a:r>
              <a:rPr lang="en-US" sz="1500" dirty="0"/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latin typeface="Consolas"/>
              </a:rPr>
              <a:t>"export const </a:t>
            </a:r>
            <a:r>
              <a:rPr lang="en-US" sz="1500" dirty="0" err="1">
                <a:latin typeface="Consolas"/>
              </a:rPr>
              <a:t>getTasks</a:t>
            </a:r>
            <a:r>
              <a:rPr lang="en-US" sz="1500" dirty="0">
                <a:latin typeface="Consolas"/>
              </a:rPr>
              <a:t> = async (</a:t>
            </a:r>
            <a:r>
              <a:rPr lang="en-US" sz="1500" dirty="0" err="1">
                <a:latin typeface="Consolas"/>
              </a:rPr>
              <a:t>kidId</a:t>
            </a:r>
            <a:r>
              <a:rPr lang="en-US" sz="1500" dirty="0">
                <a:latin typeface="Consolas"/>
              </a:rPr>
              <a:t>: string) =&gt;"</a:t>
            </a:r>
            <a:endParaRPr lang="en-US" sz="1500" dirty="0"/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ea typeface="+mn-lt"/>
                <a:cs typeface="+mn-lt"/>
              </a:rPr>
              <a:t>Auth Sync Logic (</a:t>
            </a:r>
            <a:r>
              <a:rPr lang="en-US" sz="1500" dirty="0" err="1">
                <a:ea typeface="+mn-lt"/>
                <a:cs typeface="+mn-lt"/>
              </a:rPr>
              <a:t>AuthContext.tsx</a:t>
            </a:r>
            <a:r>
              <a:rPr lang="en-US" sz="1500" dirty="0">
                <a:ea typeface="+mn-lt"/>
                <a:cs typeface="+mn-lt"/>
              </a:rPr>
              <a:t>)</a:t>
            </a:r>
            <a:endParaRPr lang="en-US" sz="1500" dirty="0"/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latin typeface="Neue Haas Grotesk Text Pro"/>
              </a:rPr>
              <a:t>"</a:t>
            </a:r>
            <a:r>
              <a:rPr lang="en-US" sz="1500" dirty="0" err="1">
                <a:latin typeface="Neue Haas Grotesk Text Pro"/>
              </a:rPr>
              <a:t>SetApiRoleToken</a:t>
            </a:r>
            <a:r>
              <a:rPr lang="en-US" sz="1500" dirty="0">
                <a:latin typeface="Neue Haas Grotesk Text Pro"/>
              </a:rPr>
              <a:t>(</a:t>
            </a:r>
            <a:r>
              <a:rPr lang="en-US" sz="1500" dirty="0" err="1">
                <a:latin typeface="Neue Haas Grotesk Text Pro"/>
              </a:rPr>
              <a:t>auth.activeRole</a:t>
            </a:r>
            <a:r>
              <a:rPr lang="en-US" sz="1500" dirty="0">
                <a:latin typeface="Neue Haas Grotesk Text Pro"/>
              </a:rPr>
              <a:t>, auth);"</a:t>
            </a:r>
          </a:p>
          <a:p>
            <a:pPr>
              <a:lnSpc>
                <a:spcPct val="110000"/>
              </a:lnSpc>
              <a:buNone/>
            </a:pPr>
            <a:endParaRPr lang="en-US" sz="1500">
              <a:highlight>
                <a:srgbClr val="1F1F1F"/>
              </a:highlight>
              <a:latin typeface="Consolas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>
              <a:latin typeface="Consolas"/>
            </a:endParaRPr>
          </a:p>
          <a:p>
            <a:pPr>
              <a:lnSpc>
                <a:spcPct val="110000"/>
              </a:lnSpc>
            </a:pPr>
            <a:endParaRPr lang="en-US" sz="15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11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9F477-6BAE-ED6D-ABCA-1B48A949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C. Routing, Mode Switching, and UI State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FDD9F-9DA2-AA6E-A8D2-27181B925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b="1"/>
              <a:t>Files</a:t>
            </a:r>
            <a:endParaRPr lang="en-US" sz="1700"/>
          </a:p>
          <a:p>
            <a:r>
              <a:rPr lang="en-US" sz="1700" err="1">
                <a:latin typeface="Consolas"/>
              </a:rPr>
              <a:t>App.tsx</a:t>
            </a:r>
            <a:endParaRPr lang="en-US" sz="1700" err="1"/>
          </a:p>
          <a:p>
            <a:r>
              <a:rPr lang="en-US" sz="1700" err="1">
                <a:latin typeface="Consolas"/>
              </a:rPr>
              <a:t>AuthContext.tsx</a:t>
            </a:r>
          </a:p>
          <a:p>
            <a:pPr marL="0" indent="0">
              <a:buNone/>
            </a:pPr>
            <a:r>
              <a:rPr lang="en-US" sz="1700"/>
              <a:t>Role vs UI Mode Separation (</a:t>
            </a:r>
            <a:r>
              <a:rPr lang="en-US" sz="1700" err="1"/>
              <a:t>App.tsx</a:t>
            </a:r>
            <a:r>
              <a:rPr lang="en-US" sz="1700"/>
              <a:t>)</a:t>
            </a:r>
          </a:p>
          <a:p>
            <a:pPr marL="0" indent="0">
              <a:buNone/>
            </a:pPr>
            <a:r>
              <a:rPr lang="en-US" sz="1700">
                <a:latin typeface="Consolas"/>
              </a:rPr>
              <a:t>"const </a:t>
            </a:r>
            <a:r>
              <a:rPr lang="en-US" sz="1700" err="1">
                <a:latin typeface="Consolas"/>
              </a:rPr>
              <a:t>isKidMode</a:t>
            </a:r>
            <a:r>
              <a:rPr lang="en-US" sz="1700">
                <a:latin typeface="Consolas"/>
              </a:rPr>
              <a:t> = auth?.</a:t>
            </a:r>
            <a:r>
              <a:rPr lang="en-US" sz="1700" err="1">
                <a:latin typeface="Consolas"/>
              </a:rPr>
              <a:t>uiMode</a:t>
            </a:r>
            <a:r>
              <a:rPr lang="en-US" sz="1700">
                <a:latin typeface="Consolas"/>
              </a:rPr>
              <a:t> === "Kid";"</a:t>
            </a:r>
            <a:endParaRPr lang="en-US" sz="1700"/>
          </a:p>
          <a:p>
            <a:pPr>
              <a:buNone/>
            </a:pPr>
            <a:r>
              <a:rPr lang="en-US" sz="1700"/>
              <a:t>Route Mirroring Logic (</a:t>
            </a:r>
            <a:r>
              <a:rPr lang="en-US" sz="1700" err="1"/>
              <a:t>App.tsx</a:t>
            </a:r>
            <a:r>
              <a:rPr lang="en-US" sz="1700"/>
              <a:t>)</a:t>
            </a:r>
          </a:p>
          <a:p>
            <a:pPr>
              <a:buNone/>
            </a:pPr>
            <a:r>
              <a:rPr lang="en-US" sz="1700">
                <a:latin typeface="Consolas"/>
              </a:rPr>
              <a:t>"if (</a:t>
            </a:r>
            <a:r>
              <a:rPr lang="en-US" sz="1700" err="1">
                <a:latin typeface="Consolas"/>
              </a:rPr>
              <a:t>pathname.startsWith</a:t>
            </a:r>
            <a:r>
              <a:rPr lang="en-US" sz="1700">
                <a:latin typeface="Consolas"/>
              </a:rPr>
              <a:t>("/parent/kids"))"</a:t>
            </a:r>
            <a:endParaRPr lang="en-US" sz="1700"/>
          </a:p>
          <a:p>
            <a:pPr marL="0" indent="0">
              <a:buNone/>
            </a:pPr>
            <a:endParaRPr lang="en-US" sz="1700">
              <a:latin typeface="Consolas"/>
            </a:endParaRP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7371859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A820A-8B11-C6F1-1F12-6557672C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D. Data Integrity &amp; Transactions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DE245-2226-3CFB-BFEE-D34020632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File</a:t>
            </a:r>
          </a:p>
          <a:p>
            <a:r>
              <a:rPr lang="en-US" err="1">
                <a:latin typeface="Consolas"/>
              </a:rPr>
              <a:t>Program.cs</a:t>
            </a:r>
            <a:endParaRPr lang="en-US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Task Completion Logic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>
                <a:ea typeface="+mn-lt"/>
                <a:cs typeface="+mn-lt"/>
              </a:rPr>
              <a:t>if (</a:t>
            </a:r>
            <a:r>
              <a:rPr lang="en-US" dirty="0" err="1">
                <a:ea typeface="+mn-lt"/>
                <a:cs typeface="+mn-lt"/>
              </a:rPr>
              <a:t>task.IsComplete</a:t>
            </a:r>
            <a:r>
              <a:rPr lang="en-US" dirty="0">
                <a:ea typeface="+mn-lt"/>
                <a:cs typeface="+mn-lt"/>
              </a:rPr>
              <a:t>) return </a:t>
            </a:r>
            <a:r>
              <a:rPr lang="en-US" dirty="0" err="1">
                <a:ea typeface="+mn-lt"/>
                <a:cs typeface="+mn-lt"/>
              </a:rPr>
              <a:t>Results.Ok</a:t>
            </a:r>
            <a:r>
              <a:rPr lang="en-US" dirty="0">
                <a:ea typeface="+mn-lt"/>
                <a:cs typeface="+mn-lt"/>
              </a:rPr>
              <a:t>(task);"</a:t>
            </a:r>
          </a:p>
        </p:txBody>
      </p:sp>
    </p:spTree>
    <p:extLst>
      <p:ext uri="{BB962C8B-B14F-4D97-AF65-F5344CB8AC3E}">
        <p14:creationId xmlns:p14="http://schemas.microsoft.com/office/powerpoint/2010/main" val="35638912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13E8F-06C9-3AB3-DB83-2A84284C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E. Points Ledger &amp; EF Core Mapping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AB1-4F89-D012-4C88-E1524FCA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File</a:t>
            </a:r>
          </a:p>
          <a:p>
            <a:r>
              <a:rPr lang="en-US" dirty="0" err="1">
                <a:latin typeface="Consolas"/>
              </a:rPr>
              <a:t>AppDbContext.cs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Ledger Configuration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>
                <a:ea typeface="+mn-lt"/>
                <a:cs typeface="+mn-lt"/>
              </a:rPr>
              <a:t>modelBuilder.Entity</a:t>
            </a:r>
            <a:r>
              <a:rPr lang="en-US" dirty="0">
                <a:ea typeface="+mn-lt"/>
                <a:cs typeface="+mn-lt"/>
              </a:rPr>
              <a:t>&lt;</a:t>
            </a:r>
            <a:r>
              <a:rPr lang="en-US" dirty="0" err="1">
                <a:ea typeface="+mn-lt"/>
                <a:cs typeface="+mn-lt"/>
              </a:rPr>
              <a:t>PointTransaction</a:t>
            </a:r>
            <a:r>
              <a:rPr lang="en-US" dirty="0">
                <a:ea typeface="+mn-lt"/>
                <a:cs typeface="+mn-lt"/>
              </a:rPr>
              <a:t>&gt;(entity =&gt;"</a:t>
            </a:r>
          </a:p>
        </p:txBody>
      </p:sp>
    </p:spTree>
    <p:extLst>
      <p:ext uri="{BB962C8B-B14F-4D97-AF65-F5344CB8AC3E}">
        <p14:creationId xmlns:p14="http://schemas.microsoft.com/office/powerpoint/2010/main" val="38939904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07713-F2F7-875C-7889-CF1FC2B3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7" y="1132368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100" b="0">
                <a:ea typeface="+mj-lt"/>
                <a:cs typeface="+mj-lt"/>
              </a:rPr>
              <a:t>F. Scalability &amp; Extension Readiness</a:t>
            </a:r>
            <a:endParaRPr lang="en-US" sz="41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D9A3-DD48-F33D-5DAD-1B95DD3C0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01636"/>
            <a:ext cx="5012011" cy="31045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/>
              <a:t>Files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 err="1">
                <a:latin typeface="Consolas"/>
              </a:rPr>
              <a:t>Program.cs</a:t>
            </a:r>
            <a:endParaRPr lang="en-US" sz="1500" err="1"/>
          </a:p>
          <a:p>
            <a:pPr>
              <a:lnSpc>
                <a:spcPct val="110000"/>
              </a:lnSpc>
            </a:pPr>
            <a:r>
              <a:rPr lang="en-US" sz="1500" err="1">
                <a:latin typeface="Consolas"/>
              </a:rPr>
              <a:t>Api.ts</a:t>
            </a:r>
            <a:endParaRPr lang="en-US" sz="1500" err="1">
              <a:latin typeface="Neue Haas Grotesk Text Pro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ea typeface="+mn-lt"/>
                <a:cs typeface="+mn-lt"/>
              </a:rPr>
              <a:t>Stateless Auth Pipeline (</a:t>
            </a:r>
            <a:r>
              <a:rPr lang="en-US" sz="1500" err="1">
                <a:ea typeface="+mn-lt"/>
                <a:cs typeface="+mn-lt"/>
              </a:rPr>
              <a:t>Program.cs</a:t>
            </a:r>
            <a:r>
              <a:rPr lang="en-US" sz="1500">
                <a:ea typeface="+mn-lt"/>
                <a:cs typeface="+mn-lt"/>
              </a:rPr>
              <a:t>)</a:t>
            </a:r>
            <a:endParaRPr lang="en-US" sz="1500"/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ea typeface="+mn-lt"/>
                <a:cs typeface="+mn-lt"/>
              </a:rPr>
              <a:t>"</a:t>
            </a:r>
            <a:r>
              <a:rPr lang="en-US" sz="1500" err="1">
                <a:ea typeface="+mn-lt"/>
                <a:cs typeface="+mn-lt"/>
              </a:rPr>
              <a:t>app.UseAuthentication</a:t>
            </a:r>
            <a:r>
              <a:rPr lang="en-US" sz="1500">
                <a:ea typeface="+mn-lt"/>
                <a:cs typeface="+mn-lt"/>
              </a:rPr>
              <a:t>();"</a:t>
            </a:r>
            <a:endParaRPr lang="en-US" sz="1500"/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ea typeface="+mn-lt"/>
                <a:cs typeface="+mn-lt"/>
              </a:rPr>
              <a:t>API Ready for Growth (</a:t>
            </a:r>
            <a:r>
              <a:rPr lang="en-US" sz="1500" err="1">
                <a:ea typeface="+mn-lt"/>
                <a:cs typeface="+mn-lt"/>
              </a:rPr>
              <a:t>api.ts</a:t>
            </a:r>
            <a:r>
              <a:rPr lang="en-US" sz="1500">
                <a:ea typeface="+mn-lt"/>
                <a:cs typeface="+mn-lt"/>
              </a:rPr>
              <a:t> example)</a:t>
            </a:r>
            <a:endParaRPr lang="en-US" sz="1500"/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ea typeface="+mn-lt"/>
                <a:cs typeface="+mn-lt"/>
              </a:rPr>
              <a:t>"export const </a:t>
            </a:r>
            <a:r>
              <a:rPr lang="en-US" sz="1500" err="1">
                <a:ea typeface="+mn-lt"/>
                <a:cs typeface="+mn-lt"/>
              </a:rPr>
              <a:t>getTasks</a:t>
            </a:r>
            <a:r>
              <a:rPr lang="en-US" sz="1500">
                <a:ea typeface="+mn-lt"/>
                <a:cs typeface="+mn-lt"/>
              </a:rPr>
              <a:t> = async (</a:t>
            </a:r>
            <a:r>
              <a:rPr lang="en-US" sz="1500" err="1">
                <a:ea typeface="+mn-lt"/>
                <a:cs typeface="+mn-lt"/>
              </a:rPr>
              <a:t>kidId</a:t>
            </a:r>
            <a:r>
              <a:rPr lang="en-US" sz="1500">
                <a:ea typeface="+mn-lt"/>
                <a:cs typeface="+mn-lt"/>
              </a:rPr>
              <a:t>: string, page?: number) =&gt;"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176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SwellVTI</vt:lpstr>
      <vt:lpstr>Task &amp; Rewards Management System</vt:lpstr>
      <vt:lpstr>Problem Statement</vt:lpstr>
      <vt:lpstr>High‑Level Solution</vt:lpstr>
      <vt:lpstr>Tech Stack</vt:lpstr>
      <vt:lpstr>High‑Level Architecture</vt:lpstr>
      <vt:lpstr>Authentication &amp; Roles</vt:lpstr>
      <vt:lpstr>Frontend Auth State</vt:lpstr>
      <vt:lpstr>Route Protection</vt:lpstr>
      <vt:lpstr>Parent User Flow</vt:lpstr>
      <vt:lpstr>Kid User Flow</vt:lpstr>
      <vt:lpstr>Role‑Based UI</vt:lpstr>
      <vt:lpstr>Task Lifecycle</vt:lpstr>
      <vt:lpstr>Rewards Lifecycle</vt:lpstr>
      <vt:lpstr>Points Ledger</vt:lpstr>
      <vt:lpstr>EF Core &amp; Data Integrity</vt:lpstr>
      <vt:lpstr>Security Enforcement</vt:lpstr>
      <vt:lpstr>Why This Design Works</vt:lpstr>
      <vt:lpstr>Future Improvements</vt:lpstr>
      <vt:lpstr>Closing</vt:lpstr>
      <vt:lpstr>Code Reference Map</vt:lpstr>
      <vt:lpstr>Interview Q&amp;A: Authentication</vt:lpstr>
      <vt:lpstr>Interview Q&amp;A: Security</vt:lpstr>
      <vt:lpstr>Interview Q&amp;A: Frontend Design</vt:lpstr>
      <vt:lpstr>Interview Q&amp;A: Data Modeling</vt:lpstr>
      <vt:lpstr>Final Takeaway</vt:lpstr>
      <vt:lpstr>Authorization &amp; Role Enforcement</vt:lpstr>
      <vt:lpstr>B. Frontend Architecture &amp; API Layer</vt:lpstr>
      <vt:lpstr>C. Routing, Mode Switching, and UI State</vt:lpstr>
      <vt:lpstr>D. Data Integrity &amp; Transactions</vt:lpstr>
      <vt:lpstr>E. Points Ledger &amp; EF Core Mapping</vt:lpstr>
      <vt:lpstr>F. Scalability &amp; Extension Readiness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246</cp:revision>
  <dcterms:created xsi:type="dcterms:W3CDTF">2026-01-25T03:12:32Z</dcterms:created>
  <dcterms:modified xsi:type="dcterms:W3CDTF">2026-01-25T04:34:56Z</dcterms:modified>
</cp:coreProperties>
</file>